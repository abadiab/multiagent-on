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media/image10.svg" ContentType="image/svg+xml"/>
  <Override PartName="/ppt/media/image15.svg" ContentType="image/svg+xml"/>
  <Override PartName="/ppt/media/image18.svg" ContentType="image/svg+xml"/>
  <Override PartName="/ppt/media/image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 id="2147483660" r:id="rId2"/>
  </p:sldMasterIdLst>
  <p:notesMasterIdLst>
    <p:notesMasterId r:id="rId28"/>
  </p:notesMasterIdLst>
  <p:sldIdLst>
    <p:sldId id="256" r:id="rId3"/>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Lst>
  <p:sldSz cx="12192000" cy="6858000"/>
  <p:notesSz cx="6858000" cy="9144000"/>
  <p:defaultTextStyle>
    <a:defPPr>
      <a:defRPr lang="en-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522110A-4115-EF80-CDC0-C9DC37733169}" name="Nisanur Camuzcu" initials="" userId="S::10902638@polimi.it::4203e3cf-c7bc-4bb4-b079-d58d7a3f1ae5" providerId="AD"/>
  <p188:author id="{6F282F78-9642-E7C8-73D3-5792CD18C0DE}" name="Mëmëdhe Ibrahimi" initials="" userId="S::10563102@polimi.it::378daa95-eeca-4dfa-ac7e-b4832e2f7206" providerId="AD"/>
  <p188:author id="{66DF34EE-6A81-1782-FA05-8415B55127A9}" name="Qiaolun Zhang" initials="" userId="S::10653427@polimi.it::08ce0c54-1845-4dc2-a643-121fe94b02dc" providerId="AD"/>
  <p188:author id="{7FEFF0EF-9BFE-1E48-26D5-52603F9472F8}" name="Nisanur Camuzcu (RIT Student)" initials="" userId="S::nc1138@rit.edu::c819597a-af46-4717-8e3f-12e7ab89c5ce"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F2C5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D5132CB-B303-0345-BDFA-5C26E3CCADC1}" v="131" dt="2024-11-04T08:52:08.34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260"/>
    <p:restoredTop sz="80323"/>
  </p:normalViewPr>
  <p:slideViewPr>
    <p:cSldViewPr snapToGrid="0">
      <p:cViewPr varScale="1">
        <p:scale>
          <a:sx n="89" d="100"/>
          <a:sy n="89" d="100"/>
        </p:scale>
        <p:origin x="872" y="168"/>
      </p:cViewPr>
      <p:guideLst/>
    </p:cSldViewPr>
  </p:slideViewPr>
  <p:notesTextViewPr>
    <p:cViewPr>
      <p:scale>
        <a:sx n="130" d="100"/>
        <a:sy n="130" d="100"/>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 Id="rId33" Type="http://schemas.microsoft.com/office/2015/10/relationships/revisionInfo" Target="revisionInfo.xml"/><Relationship Id="rId34"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T"/>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EF429E-CBA6-3343-A179-B8F59B0A268B}" type="datetimeFigureOut">
              <a:rPr lang="en-IT" smtClean="0"/>
              <a:t>8/22/26</a:t>
            </a:fld>
            <a:endParaRPr lang="en-IT"/>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T"/>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T"/>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D47C247-8423-E14C-86C4-1D9F3D231954}" type="slidenum">
              <a:rPr lang="en-IT" smtClean="0"/>
              <a:t>‹#›</a:t>
            </a:fld>
            <a:endParaRPr lang="en-IT"/>
          </a:p>
        </p:txBody>
      </p:sp>
    </p:spTree>
    <p:extLst>
      <p:ext uri="{BB962C8B-B14F-4D97-AF65-F5344CB8AC3E}">
        <p14:creationId xmlns:p14="http://schemas.microsoft.com/office/powerpoint/2010/main" val="37539237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[Estimated Time]: 30s</a:t>
            </a:r>
          </a:p>
          <a:p>
            <a:r>
              <a:t>[Key Message]: Welcome the committee and introduce the thesis title and research focus.</a:t>
            </a:r>
          </a:p>
          <a:p>
            <a:r>
              <a:t>[Spoken Script]: Good morning members of the committee and Professor Tornatore. Today I present my Master's thesis entitled "Risk-Adaptive Neurosymbolic Intent Planning for Optical Networks: A Pre-Deployment Decision Mechanism with Joint Semantic and QoT Assessment". In this work, we address the challenge of bridging high-level operator intent with physical optical layer realities using a robust, fail-fast neurosymbolic architecture.</a:t>
            </a:r>
          </a:p>
          <a:p>
            <a:r>
              <a:t>[Bridge to Next Slide]: Let us begin with the specific roadmap of problems and solutions covered in this presentation.</a:t>
            </a:r>
          </a:p>
        </p:txBody>
      </p:sp>
      <p:sp>
        <p:nvSpPr>
          <p:cNvPr id="4" name="Slide Number Placeholder 3"/>
          <p:cNvSpPr>
            <a:spLocks noGrp="1"/>
          </p:cNvSpPr>
          <p:nvPr>
            <p:ph type="sldNum" sz="quarter" idx="5"/>
          </p:nvPr>
        </p:nvSpPr>
        <p:spPr/>
        <p:txBody>
          <a:bodyPr/>
          <a:lstStyle/>
          <a:p>
            <a:fld id="{ED47C247-8423-E14C-86C4-1D9F3D231954}" type="slidenum">
              <a:rPr lang="en-IT" smtClean="0"/>
              <a:t>1</a:t>
            </a:fld>
            <a:endParaRPr lang="en-IT"/>
          </a:p>
        </p:txBody>
      </p:sp>
    </p:spTree>
    <p:extLst>
      <p:ext uri="{BB962C8B-B14F-4D97-AF65-F5344CB8AC3E}">
        <p14:creationId xmlns:p14="http://schemas.microsoft.com/office/powerpoint/2010/main" val="2518709942"/>
      </p:ext>
    </p:extLst>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[Estimated Time]: 50s</a:t>
            </a:r>
          </a:p>
          <a:p>
            <a:r>
              <a:t>[Key Message]: Establish a thesis-specific narrative instead of a generic agenda.</a:t>
            </a:r>
          </a:p>
          <a:p>
            <a:r>
              <a:t>[Spoken Script]: Rather than a generic agenda, our presentation directly tracks the engineering challenges of autonomous optical networking. We begin by examining why general-purpose LLMs fail when controlling optical backbones. Next, we present our neurosymbolic architecture that cleanly separates natural language reasoning from optical physics. We then delve into the pre-deployment risk gates that protect the physical network before showing experimental validation on a 17-node optical topology and concluding with our primary takeaways.</a:t>
            </a:r>
          </a:p>
          <a:p>
            <a:r>
              <a:t>[Bridge to Next Slide]: Let us examine the motivation behind Intent-Based Networking in optical infrastructures.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[Estimated Time]: 55s</a:t>
            </a:r>
          </a:p>
          <a:p>
            <a:r>
              <a:t>[Key Message]: The promise of autonomous IBN is compelling, but optical networks impose strict physical constraints.</a:t>
            </a:r>
          </a:p>
          <a:p>
            <a:r>
              <a:t>[Spoken Script]: Optical networks form the backbone of modern telecommunications, carrying terabits of traffic across core routes. Traditionally, provisioning lightpaths requires expert network operators to manually write vendor-specific RESTConf payloads or CLI scripts. Intent-Based Networking promises to revolutionize this by allowing operators to express high-level operational goals in natural language. While this vision is promising, direct deployment of Large Language Models to optical control planes exposes critical vulnerabilities.</a:t>
            </a:r>
          </a:p>
          <a:p>
            <a:r>
              <a:t>[Bridge to Next Slide]: Let us look at a concrete illustrative failure example to see why.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[Estimated Time]: 60s</a:t>
            </a:r>
          </a:p>
          <a:p>
            <a:r>
              <a:t>[Key Message]: Standard LLMs cannot calculate optical physics and choke on massive topology payloads.</a:t>
            </a:r>
          </a:p>
          <a:p>
            <a:r>
              <a:t>[Spoken Script]: Consider what happens if an operator asks a standard LLM to provision a 400G demand. First, we face Token Budget Saturation: dumping full topology states with hundreds of ROADMs and EDFA amplifier parameters degrades the LLM's attention, causing it to drop explicit constraints like link exclusions. Second, and more dangerously, LLMs suffer from Hallucinated Physics. Because they predict text probabilities rather than calculating nonlinear optical impairments, they will confidently propose routes that drop light below the required GSNR threshold, leading to service disruption.</a:t>
            </a:r>
          </a:p>
          <a:p>
            <a:r>
              <a:t>[Bridge to Next Slide]: This fundamental gap defines our formal problem statement.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[Estimated Time]: 60s</a:t>
            </a:r>
          </a:p>
          <a:p>
            <a:r>
              <a:t>[Key Message]: Formally state the problem across three distinct pillars: inputs, constraints, and objectives.</a:t>
            </a:r>
          </a:p>
          <a:p>
            <a:r>
              <a:t>[Spoken Script]: To tackle this challenge rigorously, we formalize the problem into three concrete pillars. Our system receives an unstructured operator intent, the physical topology graph G(V, E), and optical layer parameters. It must satisfy two orthogonal constraint classes: semantic consistency to prevent intent drift, and deterministic optical physics, specifically GSNR and receiver power thresholds. Our core objective is simple yet strict: ensure zero physically unfeasible configurations ever reach the network controller, while engaging the operator only when genuine ambiguity exists.</a:t>
            </a:r>
          </a:p>
          <a:p>
            <a:r>
              <a:t>[Bridge to Next Slide]: To achieve this, we introduce our core neurosymbolic architectural philosophy.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[Estimated Time]: 55s</a:t>
            </a:r>
          </a:p>
          <a:p>
            <a:r>
              <a:t>[Key Message]: State the thesis contributions explicitly: decoupling probabilistic reasoning from deterministic calculations.</a:t>
            </a:r>
          </a:p>
          <a:p>
            <a:r>
              <a:t>[Spoken Script]: Our core architectural principle is: 'LLMs reason, deterministic tools calculate'. We forbid the LLM from performing math or path exploration. Instead, the LLM acts solely as a semantic translator, converting natural language into formal Planning Domain Definition Language, or PDDL. This enables our four key contributions: a neurosymbolic pipeline, a scoped Optical GraphRAG mechanism, sequential pre-deployment risk gates, and an auditable LangGraph state machine.</a:t>
            </a:r>
          </a:p>
          <a:p>
            <a:r>
              <a:t>[Bridge to Next Slide]: Let us trace the execution of this pipeline from end to end.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[Estimated Time]: 60s</a:t>
            </a:r>
          </a:p>
          <a:p>
            <a:r>
              <a:t>[Key Message]: Walk through the clean 7-phase pipeline, highlighting the sequential fail-fast flow.</a:t>
            </a:r>
          </a:p>
          <a:p>
            <a:r>
              <a:t>[Spoken Script]: Here we see the complete 7-phase execution pipeline. The operator's intent enters Phase 1 where it is enriched with optical standards. In Phase 2, the LLM generates PDDL constraints. Crucially, before running heavy graph solvers or physics tools, Phase 3 evaluates semantic uncertainty. If semantically sound, Phase 4 extracts candidate routes via symbolic graph algorithms. Phase 5 evaluates physical feasibility using a deterministic GN-model. Finally, the Risk-Adaptive Decision Gate verifies physical safety before synthesizing the final auditable report.</a:t>
            </a:r>
          </a:p>
          <a:p>
            <a:r>
              <a:t>[Bridge to Next Slide]: Let us inspect how Phase 4 solves the token saturation problem.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[Estimated Time]: 50s</a:t>
            </a:r>
          </a:p>
          <a:p>
            <a:r>
              <a:t>[Key Message]: Scoped GraphRAG extracts only relevant k-hop subtopologies, eliminating attention degradation.</a:t>
            </a:r>
          </a:p>
          <a:p>
            <a:r>
              <a:t>[Spoken Script]: To solve token budget saturation, we implement Scoped Optical GraphRAG. Instead of flooding the LLM context with hundreds of network nodes and links, our deterministic graph engine extracts only the k-hop neighborhood bounding the source and destination. This reduces the prompt token footprint by over 75 percent, completely eliminating lost-in-the-middle phenomena while keeping the graph search computationally light.</a:t>
            </a:r>
          </a:p>
          <a:p>
            <a:r>
              <a:t>[Bridge to Next Slide]: Now let us examine how we eliminate semantic drift before any physics calculations occur.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[Estimated Time]: 60s</a:t>
            </a:r>
          </a:p>
          <a:p>
            <a:r>
              <a:t>[Key Message]: The semantic gate prevents unverified assumptions from entering downstream tools.</a:t>
            </a:r>
          </a:p>
          <a:p>
            <a:r>
              <a:t>[Spoken Script]: To eliminate semantic drift, we introduce a dual-layer Semantic Uncertainty Gate, U_sem. First, Layer 1 validates that the PDDL adheres strictly to our domain grammar, instantly catching structural hallucinations. Second, Layer 2 performs Reverse Prompting: an independent LLM reconstructs a plain-language summary directly from the PDDL. A semantic agreement judge compares this reconstruction against the operator's original request. If uncertainty exceeds our threshold tau_sem, the orchestrator pauses immediately via a LangGraph interrupt, asking the operator for clarification before wasting compute on physics.</a:t>
            </a:r>
          </a:p>
          <a:p>
            <a:r>
              <a:t>[Bridge to Next Slide]: Once semantic validity is established, how do we make the final pre-deployment decision?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[Estimated Time]: 60s</a:t>
            </a:r>
          </a:p>
          <a:p>
            <a:r>
              <a:t>[Key Message]: The RADG function mathematically maps semantic and physical signals to optimal actions.</a:t>
            </a:r>
          </a:p>
          <a:p>
            <a:r>
              <a:t>[Spoken Script]: The cornerstone of our pre-deployment safety is the Risk-Adaptive Decision Gate, or RADG. We formalize this as a piecewise decision function, D. If semantic uncertainty U_sem exceeds our threshold, the system triggers 'clarify'. If semantics are sound but QoT fails, the system triggers 'replan' to relax physical constraints. Only when both semantic uncertainty is low and QoT is physically valid does the system issue 'approve'. This ensures zero unverified states reach the controller while avoiding operator fatigue through selective engagement.</a:t>
            </a:r>
          </a:p>
          <a:p>
            <a:r>
              <a:t>[Bridge to Next Slide]: Let us examine the physical calculation engine powering QoT validation.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[Estimated Time]: 55s</a:t>
            </a:r>
          </a:p>
          <a:p>
            <a:r>
              <a:t>[Key Message]: Pure Python GN-model computes real GSNR and receiver power deterministically in milliseconds.</a:t>
            </a:r>
          </a:p>
          <a:p>
            <a:r>
              <a:t>[Spoken Script]: In Phase 5, candidate paths produced by the symbolic solver are validated against the physical layer. We port the analytical Gaussian Noise model into pure Python. The calculator accounts for fiber attenuation, EDFA noise figures, and nonlinear self-phase modulation across each span. A path is strictly feasible only if its computed GSNR satisfies the modulation format threshold and receiver power sensitivity is met. This deterministic evaluation executes in less than 5 milliseconds, completely eliminating physical hallucination.</a:t>
            </a:r>
          </a:p>
          <a:p>
            <a:r>
              <a:t>[Bridge to Next Slide]: Let us see how this entire system is deployed and tested.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[Estimated Time]: 50s</a:t>
            </a:r>
          </a:p>
          <a:p>
            <a:r>
              <a:t>[Key Message]: Realistic evaluation using the standard 17-node German optical topology and RESTConf testbed.</a:t>
            </a:r>
          </a:p>
          <a:p>
            <a:r>
              <a:t>[Spoken Script]: We validate our architecture on the 17-node German backbone network, a standard benchmark in optical research consisting of 26 bidirectional fiber spans. All spans model standard SMF-28 fiber with realistic attenuation, dispersion, and EDFA noise figures. The orchestrator is implemented in Python using LangGraph, interfacing with the optical testbed via RESTConf APIs, and benchmarked using state-of-the-art LLMs as semantic translators.</a:t>
            </a:r>
          </a:p>
          <a:p>
            <a:r>
              <a:t>[Bridge to Next Slide]: What scenarios and metrics do we use to evaluate the system?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[Estimated Time]: 55s</a:t>
            </a:r>
          </a:p>
          <a:p>
            <a:r>
              <a:t>[Key Message]: Rigorous benchmarking across 100 diverse intent scenarios against LLM-only and rule-based baselines.</a:t>
            </a:r>
          </a:p>
          <a:p>
            <a:r>
              <a:t>[Spoken Script]: Our evaluation framework tests 100 diverse intent requests across four operational categories: nominal intents, ambiguous intents with missing constraints, physically unfeasible demands, and adversarial prompts designed to induce hallucinations. We compare our neurosymbolic architecture against two baselines: an unconstrained LLM-only pipeline, and a rigid rule-based system. We measure three core dimensions: safety against unfeasible deployments, reduction in operator fatigue, and end-to-end execution latency.</a:t>
            </a:r>
          </a:p>
          <a:p>
            <a:r>
              <a:t>[Bridge to Next Slide]: Let us analyze the key findings and trade-offs.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[Estimated Time]: 60s</a:t>
            </a:r>
          </a:p>
          <a:p>
            <a:r>
              <a:t>[Key Message]: 100% pre-deployment safety, 70% reduction in operator fatigue, and sub-second deterministic compute.</a:t>
            </a:r>
          </a:p>
          <a:p>
            <a:r>
              <a:t>[Spoken Script]: The experimental results validate our core hypothesis. Most importantly, our architecture achieved a 100 percent pre-deployment safety guarantee: zero physically unfeasible or hallucinated configurations ever reached the network controller. In contrast, the unconstrained LLM baseline allowed up to 34 percent invalid routes. Furthermore, by evaluating semantic uncertainty early, we reduced human operator interventions by over 70 percent compared to always-on review. Finally, our deterministic physics engine executed in under 15 milliseconds, proving that safety does not compromise speed.</a:t>
            </a:r>
          </a:p>
          <a:p>
            <a:r>
              <a:t>[Bridge to Next Slide]: Let us summarize the primary conclusions of this thesis.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[Estimated Time]: 55s</a:t>
            </a:r>
          </a:p>
          <a:p>
            <a:r>
              <a:t>[Key Message]: Summarize the four core engineering takeaways of the thesis.</a:t>
            </a:r>
          </a:p>
          <a:p>
            <a:r>
              <a:t>[Spoken Script]: In conclusion, this thesis demonstrates that neurosymbolic decoupling is essential for deploying AI in optical networks. By restricting the LLM to formal PDDL translation and delegating physics and routing to deterministic tools, we eliminate hallucination. Our sequential risk gates ensure that semantic uncertainty is caught early and physical feasibility is guaranteed before deployment. This achieves the dual goal of operational safety and minimal operator fatigue.</a:t>
            </a:r>
          </a:p>
          <a:p>
            <a:r>
              <a:t>[Bridge to Next Slide]: Finally, let us review future research avenues and conclude.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[Estimated Time]: 45s</a:t>
            </a:r>
          </a:p>
          <a:p>
            <a:r>
              <a:t>[Key Message]: Thank the committee, outline future research directions (joint compute scheduling), and open Q&amp;A.</a:t>
            </a:r>
          </a:p>
          <a:p>
            <a:r>
              <a:t>[Spoken Script]: Looking forward, our immediate next step is extending this PDDL framework to joint routing and compute scheduling, coordinating optical lightpaths with distributed data center GPU workloads. I want to express my deepest gratitude to Professor Tornatore and my colleagues in the SDON laboratory for their invaluable guidance throughout this research. Thank you very much for your time and attention. I am now open to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jpeg"/><Relationship Id="rId3" Type="http://schemas.openxmlformats.org/officeDocument/2006/relationships/image" Target="../media/image4.png"/><Relationship Id="rId4" Type="http://schemas.openxmlformats.org/officeDocument/2006/relationships/image" Target="../media/image5.svg"/><Relationship Id="rId5" Type="http://schemas.openxmlformats.org/officeDocument/2006/relationships/image" Target="../media/image2.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 Id="rId3" Type="http://schemas.openxmlformats.org/officeDocument/2006/relationships/image" Target="../media/image4.png"/><Relationship Id="rId4" Type="http://schemas.openxmlformats.org/officeDocument/2006/relationships/image" Target="../media/image5.svg"/><Relationship Id="rId5" Type="http://schemas.openxmlformats.org/officeDocument/2006/relationships/image" Target="../media/image2.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eg"/><Relationship Id="rId3" Type="http://schemas.openxmlformats.org/officeDocument/2006/relationships/image" Target="../media/image4.png"/><Relationship Id="rId4" Type="http://schemas.openxmlformats.org/officeDocument/2006/relationships/image" Target="../media/image5.svg"/><Relationship Id="rId5" Type="http://schemas.openxmlformats.org/officeDocument/2006/relationships/image" Target="../media/image2.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jpeg"/><Relationship Id="rId3" Type="http://schemas.openxmlformats.org/officeDocument/2006/relationships/image" Target="../media/image9.png"/><Relationship Id="rId4" Type="http://schemas.openxmlformats.org/officeDocument/2006/relationships/image" Target="../media/image10.svg"/><Relationship Id="rId5" Type="http://schemas.openxmlformats.org/officeDocument/2006/relationships/image" Target="../media/image2.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jpeg"/><Relationship Id="rId3" Type="http://schemas.openxmlformats.org/officeDocument/2006/relationships/image" Target="../media/image9.png"/><Relationship Id="rId4" Type="http://schemas.openxmlformats.org/officeDocument/2006/relationships/image" Target="../media/image10.svg"/><Relationship Id="rId5" Type="http://schemas.openxmlformats.org/officeDocument/2006/relationships/image" Target="../media/image2.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jpeg"/><Relationship Id="rId3" Type="http://schemas.openxmlformats.org/officeDocument/2006/relationships/image" Target="../media/image9.png"/><Relationship Id="rId4" Type="http://schemas.openxmlformats.org/officeDocument/2006/relationships/image" Target="../media/image10.svg"/><Relationship Id="rId5" Type="http://schemas.openxmlformats.org/officeDocument/2006/relationships/image" Target="../media/image2.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 Id="rId3" Type="http://schemas.openxmlformats.org/officeDocument/2006/relationships/image" Target="../media/image1.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jpeg"/><Relationship Id="rId3" Type="http://schemas.openxmlformats.org/officeDocument/2006/relationships/image" Target="../media/image14.png"/><Relationship Id="rId4" Type="http://schemas.openxmlformats.org/officeDocument/2006/relationships/image" Target="../media/image15.svg"/><Relationship Id="rId5" Type="http://schemas.openxmlformats.org/officeDocument/2006/relationships/image" Target="../media/image2.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jpeg"/><Relationship Id="rId3" Type="http://schemas.openxmlformats.org/officeDocument/2006/relationships/image" Target="../media/image14.png"/><Relationship Id="rId4" Type="http://schemas.openxmlformats.org/officeDocument/2006/relationships/image" Target="../media/image15.svg"/><Relationship Id="rId5" Type="http://schemas.openxmlformats.org/officeDocument/2006/relationships/image" Target="../media/image2.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eg"/><Relationship Id="rId3" Type="http://schemas.openxmlformats.org/officeDocument/2006/relationships/image" Target="../media/image14.png"/><Relationship Id="rId4" Type="http://schemas.openxmlformats.org/officeDocument/2006/relationships/image" Target="../media/image15.svg"/><Relationship Id="rId5" Type="http://schemas.openxmlformats.org/officeDocument/2006/relationships/image" Target="../media/image2.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png"/><Relationship Id="rId3" Type="http://schemas.openxmlformats.org/officeDocument/2006/relationships/image" Target="../media/image18.svg"/><Relationship Id="rId4" Type="http://schemas.openxmlformats.org/officeDocument/2006/relationships/image" Target="../media/image1.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jpeg"/><Relationship Id="rId3" Type="http://schemas.openxmlformats.org/officeDocument/2006/relationships/image" Target="../media/image2.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jpeg"/><Relationship Id="rId3" Type="http://schemas.openxmlformats.org/officeDocument/2006/relationships/image" Target="../media/image2.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jpeg"/><Relationship Id="rId3" Type="http://schemas.openxmlformats.org/officeDocument/2006/relationships/image" Target="../media/image2.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 Id="rId3" Type="http://schemas.openxmlformats.org/officeDocument/2006/relationships/image" Target="../media/image2.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jpeg"/><Relationship Id="rId3" Type="http://schemas.openxmlformats.org/officeDocument/2006/relationships/image" Target="../media/image2.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eg"/><Relationship Id="rId3" Type="http://schemas.openxmlformats.org/officeDocument/2006/relationships/image" Target="../media/image2.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jpeg"/><Relationship Id="rId3" Type="http://schemas.openxmlformats.org/officeDocument/2006/relationships/image" Target="../media/image2.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jpeg"/><Relationship Id="rId3" Type="http://schemas.openxmlformats.org/officeDocument/2006/relationships/image" Target="../media/image2.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jpeg"/><Relationship Id="rId3" Type="http://schemas.openxmlformats.org/officeDocument/2006/relationships/image" Target="../media/image2.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 Id="rId3" Type="http://schemas.openxmlformats.org/officeDocument/2006/relationships/image" Target="../media/image2.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jpeg"/><Relationship Id="rId3" Type="http://schemas.openxmlformats.org/officeDocument/2006/relationships/image" Target="../media/image2.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eg"/><Relationship Id="rId3" Type="http://schemas.openxmlformats.org/officeDocument/2006/relationships/image" Target="../media/image2.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jpeg"/><Relationship Id="rId3" Type="http://schemas.openxmlformats.org/officeDocument/2006/relationships/image" Target="../media/image2.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jpeg"/><Relationship Id="rId3" Type="http://schemas.openxmlformats.org/officeDocument/2006/relationships/image" Target="../media/image2.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5E1A2D-A28B-8DCE-F8CD-3A366147220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IT"/>
          </a:p>
        </p:txBody>
      </p:sp>
      <p:sp>
        <p:nvSpPr>
          <p:cNvPr id="3" name="Subtitle 2">
            <a:extLst>
              <a:ext uri="{FF2B5EF4-FFF2-40B4-BE49-F238E27FC236}">
                <a16:creationId xmlns:a16="http://schemas.microsoft.com/office/drawing/2014/main" id="{481941FA-6233-C929-4A35-3015D7BF826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IT"/>
          </a:p>
        </p:txBody>
      </p:sp>
      <p:sp>
        <p:nvSpPr>
          <p:cNvPr id="4" name="Date Placeholder 3">
            <a:extLst>
              <a:ext uri="{FF2B5EF4-FFF2-40B4-BE49-F238E27FC236}">
                <a16:creationId xmlns:a16="http://schemas.microsoft.com/office/drawing/2014/main" id="{E37D4518-85E3-B4E3-4E04-D41647C72430}"/>
              </a:ext>
            </a:extLst>
          </p:cNvPr>
          <p:cNvSpPr>
            <a:spLocks noGrp="1"/>
          </p:cNvSpPr>
          <p:nvPr>
            <p:ph type="dt" sz="half" idx="10"/>
          </p:nvPr>
        </p:nvSpPr>
        <p:spPr>
          <a:xfrm>
            <a:off x="838200" y="6356350"/>
            <a:ext cx="2743200" cy="365125"/>
          </a:xfrm>
          <a:prstGeom prst="rect">
            <a:avLst/>
          </a:prstGeom>
        </p:spPr>
        <p:txBody>
          <a:bodyPr/>
          <a:lstStyle/>
          <a:p>
            <a:fld id="{62252261-78BC-174D-9E4D-3C7C23CF6EA8}" type="datetime1">
              <a:rPr lang="it-IT" smtClean="0"/>
              <a:t>22/08/26</a:t>
            </a:fld>
            <a:endParaRPr lang="en-IT"/>
          </a:p>
        </p:txBody>
      </p:sp>
      <p:sp>
        <p:nvSpPr>
          <p:cNvPr id="5" name="Footer Placeholder 4">
            <a:extLst>
              <a:ext uri="{FF2B5EF4-FFF2-40B4-BE49-F238E27FC236}">
                <a16:creationId xmlns:a16="http://schemas.microsoft.com/office/drawing/2014/main" id="{71D10096-CCFB-C510-280F-7BCF6714F999}"/>
              </a:ext>
            </a:extLst>
          </p:cNvPr>
          <p:cNvSpPr>
            <a:spLocks noGrp="1"/>
          </p:cNvSpPr>
          <p:nvPr>
            <p:ph type="ftr" sz="quarter" idx="11"/>
          </p:nvPr>
        </p:nvSpPr>
        <p:spPr>
          <a:xfrm>
            <a:off x="3450770" y="6356350"/>
            <a:ext cx="5315857" cy="365125"/>
          </a:xfrm>
        </p:spPr>
        <p:txBody>
          <a:bodyPr/>
          <a:lstStyle/>
          <a:p>
            <a:r>
              <a:rPr lang="en-GB"/>
              <a:t>Q. Zhang | Minimizing Power Consumption in IPoWDM Networks with ZR/ZR+</a:t>
            </a:r>
            <a:endParaRPr lang="en-IT"/>
          </a:p>
        </p:txBody>
      </p:sp>
      <p:sp>
        <p:nvSpPr>
          <p:cNvPr id="6" name="Slide Number Placeholder 5">
            <a:extLst>
              <a:ext uri="{FF2B5EF4-FFF2-40B4-BE49-F238E27FC236}">
                <a16:creationId xmlns:a16="http://schemas.microsoft.com/office/drawing/2014/main" id="{C71417EC-0760-A06D-A31C-77EECA89C2C9}"/>
              </a:ext>
            </a:extLst>
          </p:cNvPr>
          <p:cNvSpPr>
            <a:spLocks noGrp="1"/>
          </p:cNvSpPr>
          <p:nvPr>
            <p:ph type="sldNum" sz="quarter" idx="12"/>
          </p:nvPr>
        </p:nvSpPr>
        <p:spPr>
          <a:xfrm>
            <a:off x="8610600" y="6356350"/>
            <a:ext cx="2743200" cy="365125"/>
          </a:xfrm>
          <a:prstGeom prst="rect">
            <a:avLst/>
          </a:prstGeom>
        </p:spPr>
        <p:txBody>
          <a:bodyPr/>
          <a:lstStyle/>
          <a:p>
            <a:fld id="{A5A6EFC7-8735-7E44-BFA7-969B9F5B451D}" type="slidenum">
              <a:rPr lang="en-IT" smtClean="0"/>
              <a:t>‹#›</a:t>
            </a:fld>
            <a:endParaRPr lang="en-IT"/>
          </a:p>
        </p:txBody>
      </p:sp>
    </p:spTree>
    <p:extLst>
      <p:ext uri="{BB962C8B-B14F-4D97-AF65-F5344CB8AC3E}">
        <p14:creationId xmlns:p14="http://schemas.microsoft.com/office/powerpoint/2010/main" val="41757819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645A3-DB53-7232-DCE6-48C997AC266D}"/>
              </a:ext>
            </a:extLst>
          </p:cNvPr>
          <p:cNvSpPr>
            <a:spLocks noGrp="1"/>
          </p:cNvSpPr>
          <p:nvPr>
            <p:ph type="title"/>
          </p:nvPr>
        </p:nvSpPr>
        <p:spPr/>
        <p:txBody>
          <a:bodyPr/>
          <a:lstStyle/>
          <a:p>
            <a:r>
              <a:rPr lang="en-GB"/>
              <a:t>Click to edit Master title style</a:t>
            </a:r>
            <a:endParaRPr lang="en-IT"/>
          </a:p>
        </p:txBody>
      </p:sp>
      <p:sp>
        <p:nvSpPr>
          <p:cNvPr id="3" name="Content Placeholder 2">
            <a:extLst>
              <a:ext uri="{FF2B5EF4-FFF2-40B4-BE49-F238E27FC236}">
                <a16:creationId xmlns:a16="http://schemas.microsoft.com/office/drawing/2014/main" id="{54E711CE-2751-D8C8-01C1-3F4D3650A92C}"/>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Date Placeholder 3">
            <a:extLst>
              <a:ext uri="{FF2B5EF4-FFF2-40B4-BE49-F238E27FC236}">
                <a16:creationId xmlns:a16="http://schemas.microsoft.com/office/drawing/2014/main" id="{FC3DEAE9-8797-C5E2-7A43-1B78189A9F07}"/>
              </a:ext>
            </a:extLst>
          </p:cNvPr>
          <p:cNvSpPr>
            <a:spLocks noGrp="1"/>
          </p:cNvSpPr>
          <p:nvPr>
            <p:ph type="dt" sz="half" idx="10"/>
          </p:nvPr>
        </p:nvSpPr>
        <p:spPr>
          <a:xfrm>
            <a:off x="8610600" y="6356349"/>
            <a:ext cx="2743200" cy="365125"/>
          </a:xfrm>
          <a:prstGeom prst="rect">
            <a:avLst/>
          </a:prstGeom>
        </p:spPr>
        <p:txBody>
          <a:bodyPr/>
          <a:lstStyle/>
          <a:p>
            <a:fld id="{006CDE73-ABFC-9542-A114-3996260FB034}" type="datetime1">
              <a:rPr lang="it-IT" smtClean="0"/>
              <a:t>22/08/26</a:t>
            </a:fld>
            <a:endParaRPr lang="en-IT" dirty="0"/>
          </a:p>
        </p:txBody>
      </p:sp>
      <p:sp>
        <p:nvSpPr>
          <p:cNvPr id="5" name="Footer Placeholder 4">
            <a:extLst>
              <a:ext uri="{FF2B5EF4-FFF2-40B4-BE49-F238E27FC236}">
                <a16:creationId xmlns:a16="http://schemas.microsoft.com/office/drawing/2014/main" id="{FF98E46E-DD16-DABF-9446-63C548C05A22}"/>
              </a:ext>
            </a:extLst>
          </p:cNvPr>
          <p:cNvSpPr>
            <a:spLocks noGrp="1"/>
          </p:cNvSpPr>
          <p:nvPr>
            <p:ph type="ftr" sz="quarter" idx="11"/>
          </p:nvPr>
        </p:nvSpPr>
        <p:spPr>
          <a:xfrm>
            <a:off x="2981959" y="6356350"/>
            <a:ext cx="5479869" cy="365125"/>
          </a:xfrm>
        </p:spPr>
        <p:txBody>
          <a:bodyPr/>
          <a:lstStyle/>
          <a:p>
            <a:r>
              <a:rPr lang="en-GB"/>
              <a:t>Q. Zhang | Minimizing Power Consumption in IPoWDM Networks with ZR/ZR+</a:t>
            </a:r>
            <a:endParaRPr lang="en-IT"/>
          </a:p>
        </p:txBody>
      </p:sp>
      <p:sp>
        <p:nvSpPr>
          <p:cNvPr id="6" name="Slide Number Placeholder 5">
            <a:extLst>
              <a:ext uri="{FF2B5EF4-FFF2-40B4-BE49-F238E27FC236}">
                <a16:creationId xmlns:a16="http://schemas.microsoft.com/office/drawing/2014/main" id="{DB0D4DF4-B7F8-945A-A82C-2BDD96B8DB7F}"/>
              </a:ext>
            </a:extLst>
          </p:cNvPr>
          <p:cNvSpPr>
            <a:spLocks noGrp="1"/>
          </p:cNvSpPr>
          <p:nvPr>
            <p:ph type="sldNum" sz="quarter" idx="12"/>
          </p:nvPr>
        </p:nvSpPr>
        <p:spPr>
          <a:xfrm>
            <a:off x="238760" y="6492875"/>
            <a:ext cx="2743200" cy="365125"/>
          </a:xfrm>
          <a:prstGeom prst="rect">
            <a:avLst/>
          </a:prstGeom>
        </p:spPr>
        <p:txBody>
          <a:bodyPr/>
          <a:lstStyle>
            <a:lvl1pPr algn="l">
              <a:defRPr/>
            </a:lvl1pPr>
          </a:lstStyle>
          <a:p>
            <a:fld id="{A5A6EFC7-8735-7E44-BFA7-969B9F5B451D}" type="slidenum">
              <a:rPr lang="en-IT" smtClean="0"/>
              <a:pPr/>
              <a:t>‹#›</a:t>
            </a:fld>
            <a:endParaRPr lang="en-IT" dirty="0"/>
          </a:p>
        </p:txBody>
      </p:sp>
    </p:spTree>
    <p:extLst>
      <p:ext uri="{BB962C8B-B14F-4D97-AF65-F5344CB8AC3E}">
        <p14:creationId xmlns:p14="http://schemas.microsoft.com/office/powerpoint/2010/main" val="727437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B15FE4-7615-7053-C87D-7B3EAD191EA5}"/>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IT"/>
          </a:p>
        </p:txBody>
      </p:sp>
      <p:sp>
        <p:nvSpPr>
          <p:cNvPr id="3" name="Text Placeholder 2">
            <a:extLst>
              <a:ext uri="{FF2B5EF4-FFF2-40B4-BE49-F238E27FC236}">
                <a16:creationId xmlns:a16="http://schemas.microsoft.com/office/drawing/2014/main" id="{583361DA-7CFD-4E8A-B29D-1E5EBA865BD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11AA7B8-6A0A-484B-DB20-3672E9E6FE2F}"/>
              </a:ext>
            </a:extLst>
          </p:cNvPr>
          <p:cNvSpPr>
            <a:spLocks noGrp="1"/>
          </p:cNvSpPr>
          <p:nvPr>
            <p:ph type="dt" sz="half" idx="10"/>
          </p:nvPr>
        </p:nvSpPr>
        <p:spPr>
          <a:xfrm>
            <a:off x="838200" y="6356350"/>
            <a:ext cx="2743200" cy="365125"/>
          </a:xfrm>
          <a:prstGeom prst="rect">
            <a:avLst/>
          </a:prstGeom>
        </p:spPr>
        <p:txBody>
          <a:bodyPr/>
          <a:lstStyle/>
          <a:p>
            <a:fld id="{8A5D7195-E216-0243-9A25-979556D8AFAD}" type="datetime1">
              <a:rPr lang="it-IT" smtClean="0"/>
              <a:t>22/08/26</a:t>
            </a:fld>
            <a:endParaRPr lang="en-IT"/>
          </a:p>
        </p:txBody>
      </p:sp>
      <p:sp>
        <p:nvSpPr>
          <p:cNvPr id="5" name="Footer Placeholder 4">
            <a:extLst>
              <a:ext uri="{FF2B5EF4-FFF2-40B4-BE49-F238E27FC236}">
                <a16:creationId xmlns:a16="http://schemas.microsoft.com/office/drawing/2014/main" id="{98B35D1B-417F-0FAB-832D-8ED8027D0772}"/>
              </a:ext>
            </a:extLst>
          </p:cNvPr>
          <p:cNvSpPr>
            <a:spLocks noGrp="1"/>
          </p:cNvSpPr>
          <p:nvPr>
            <p:ph type="ftr" sz="quarter" idx="11"/>
          </p:nvPr>
        </p:nvSpPr>
        <p:spPr>
          <a:xfrm>
            <a:off x="3523345" y="6356350"/>
            <a:ext cx="5199742" cy="365125"/>
          </a:xfrm>
        </p:spPr>
        <p:txBody>
          <a:bodyPr/>
          <a:lstStyle/>
          <a:p>
            <a:r>
              <a:rPr lang="en-GB"/>
              <a:t>Q. Zhang | Minimizing Power Consumption in IPoWDM Networks with ZR/ZR+</a:t>
            </a:r>
            <a:endParaRPr lang="en-IT"/>
          </a:p>
        </p:txBody>
      </p:sp>
      <p:sp>
        <p:nvSpPr>
          <p:cNvPr id="6" name="Slide Number Placeholder 5">
            <a:extLst>
              <a:ext uri="{FF2B5EF4-FFF2-40B4-BE49-F238E27FC236}">
                <a16:creationId xmlns:a16="http://schemas.microsoft.com/office/drawing/2014/main" id="{11723421-4487-F481-EC62-866FB11B26FF}"/>
              </a:ext>
            </a:extLst>
          </p:cNvPr>
          <p:cNvSpPr>
            <a:spLocks noGrp="1"/>
          </p:cNvSpPr>
          <p:nvPr>
            <p:ph type="sldNum" sz="quarter" idx="12"/>
          </p:nvPr>
        </p:nvSpPr>
        <p:spPr>
          <a:xfrm>
            <a:off x="8610600" y="6356350"/>
            <a:ext cx="2743200" cy="365125"/>
          </a:xfrm>
          <a:prstGeom prst="rect">
            <a:avLst/>
          </a:prstGeom>
        </p:spPr>
        <p:txBody>
          <a:bodyPr/>
          <a:lstStyle/>
          <a:p>
            <a:fld id="{A5A6EFC7-8735-7E44-BFA7-969B9F5B451D}" type="slidenum">
              <a:rPr lang="en-IT" smtClean="0"/>
              <a:t>‹#›</a:t>
            </a:fld>
            <a:endParaRPr lang="en-IT"/>
          </a:p>
        </p:txBody>
      </p:sp>
    </p:spTree>
    <p:extLst>
      <p:ext uri="{BB962C8B-B14F-4D97-AF65-F5344CB8AC3E}">
        <p14:creationId xmlns:p14="http://schemas.microsoft.com/office/powerpoint/2010/main" val="20991708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BD058-E209-763C-1074-27BC88329552}"/>
              </a:ext>
            </a:extLst>
          </p:cNvPr>
          <p:cNvSpPr>
            <a:spLocks noGrp="1"/>
          </p:cNvSpPr>
          <p:nvPr>
            <p:ph type="title"/>
          </p:nvPr>
        </p:nvSpPr>
        <p:spPr/>
        <p:txBody>
          <a:bodyPr/>
          <a:lstStyle/>
          <a:p>
            <a:r>
              <a:rPr lang="en-GB"/>
              <a:t>Click to edit Master title style</a:t>
            </a:r>
            <a:endParaRPr lang="en-IT"/>
          </a:p>
        </p:txBody>
      </p:sp>
      <p:sp>
        <p:nvSpPr>
          <p:cNvPr id="3" name="Content Placeholder 2">
            <a:extLst>
              <a:ext uri="{FF2B5EF4-FFF2-40B4-BE49-F238E27FC236}">
                <a16:creationId xmlns:a16="http://schemas.microsoft.com/office/drawing/2014/main" id="{763427EA-AE02-BF1A-395C-9CA850AF077C}"/>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Content Placeholder 3">
            <a:extLst>
              <a:ext uri="{FF2B5EF4-FFF2-40B4-BE49-F238E27FC236}">
                <a16:creationId xmlns:a16="http://schemas.microsoft.com/office/drawing/2014/main" id="{3452AE9C-0C65-E9F1-A117-0627F273030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5" name="Date Placeholder 4">
            <a:extLst>
              <a:ext uri="{FF2B5EF4-FFF2-40B4-BE49-F238E27FC236}">
                <a16:creationId xmlns:a16="http://schemas.microsoft.com/office/drawing/2014/main" id="{29935120-6ADD-54F3-FF72-92572B12F19F}"/>
              </a:ext>
            </a:extLst>
          </p:cNvPr>
          <p:cNvSpPr>
            <a:spLocks noGrp="1"/>
          </p:cNvSpPr>
          <p:nvPr>
            <p:ph type="dt" sz="half" idx="10"/>
          </p:nvPr>
        </p:nvSpPr>
        <p:spPr>
          <a:xfrm>
            <a:off x="838200" y="6356350"/>
            <a:ext cx="2743200" cy="365125"/>
          </a:xfrm>
          <a:prstGeom prst="rect">
            <a:avLst/>
          </a:prstGeom>
        </p:spPr>
        <p:txBody>
          <a:bodyPr/>
          <a:lstStyle/>
          <a:p>
            <a:fld id="{A9D17A0B-D512-024B-9B08-1CA57F07905B}" type="datetime1">
              <a:rPr lang="it-IT" smtClean="0"/>
              <a:t>22/08/26</a:t>
            </a:fld>
            <a:endParaRPr lang="en-IT"/>
          </a:p>
        </p:txBody>
      </p:sp>
      <p:sp>
        <p:nvSpPr>
          <p:cNvPr id="7" name="Slide Number Placeholder 6">
            <a:extLst>
              <a:ext uri="{FF2B5EF4-FFF2-40B4-BE49-F238E27FC236}">
                <a16:creationId xmlns:a16="http://schemas.microsoft.com/office/drawing/2014/main" id="{0908AA54-77B7-55EC-45A2-DBCF2B33F4BE}"/>
              </a:ext>
            </a:extLst>
          </p:cNvPr>
          <p:cNvSpPr>
            <a:spLocks noGrp="1"/>
          </p:cNvSpPr>
          <p:nvPr>
            <p:ph type="sldNum" sz="quarter" idx="12"/>
          </p:nvPr>
        </p:nvSpPr>
        <p:spPr>
          <a:xfrm>
            <a:off x="8610600" y="6356350"/>
            <a:ext cx="2743200" cy="365125"/>
          </a:xfrm>
          <a:prstGeom prst="rect">
            <a:avLst/>
          </a:prstGeom>
        </p:spPr>
        <p:txBody>
          <a:bodyPr/>
          <a:lstStyle/>
          <a:p>
            <a:fld id="{A5A6EFC7-8735-7E44-BFA7-969B9F5B451D}" type="slidenum">
              <a:rPr lang="en-IT" smtClean="0"/>
              <a:t>‹#›</a:t>
            </a:fld>
            <a:endParaRPr lang="en-IT"/>
          </a:p>
        </p:txBody>
      </p:sp>
      <p:sp>
        <p:nvSpPr>
          <p:cNvPr id="8" name="Footer Placeholder 4">
            <a:extLst>
              <a:ext uri="{FF2B5EF4-FFF2-40B4-BE49-F238E27FC236}">
                <a16:creationId xmlns:a16="http://schemas.microsoft.com/office/drawing/2014/main" id="{3F278F72-1D01-4D3D-7611-B0D8025B72A7}"/>
              </a:ext>
            </a:extLst>
          </p:cNvPr>
          <p:cNvSpPr>
            <a:spLocks noGrp="1"/>
          </p:cNvSpPr>
          <p:nvPr>
            <p:ph type="ftr" sz="quarter" idx="11"/>
          </p:nvPr>
        </p:nvSpPr>
        <p:spPr>
          <a:xfrm>
            <a:off x="3523345" y="6356350"/>
            <a:ext cx="5199742" cy="365125"/>
          </a:xfrm>
        </p:spPr>
        <p:txBody>
          <a:bodyPr/>
          <a:lstStyle/>
          <a:p>
            <a:r>
              <a:rPr lang="en-GB"/>
              <a:t>Q. Zhang | Minimizing Power Consumption in IPoWDM Networks with ZR/ZR+</a:t>
            </a:r>
            <a:endParaRPr lang="en-IT"/>
          </a:p>
        </p:txBody>
      </p:sp>
    </p:spTree>
    <p:extLst>
      <p:ext uri="{BB962C8B-B14F-4D97-AF65-F5344CB8AC3E}">
        <p14:creationId xmlns:p14="http://schemas.microsoft.com/office/powerpoint/2010/main" val="5426130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6A41D-AE58-4283-9FE5-38E862BE035D}"/>
              </a:ext>
            </a:extLst>
          </p:cNvPr>
          <p:cNvSpPr>
            <a:spLocks noGrp="1"/>
          </p:cNvSpPr>
          <p:nvPr>
            <p:ph type="title"/>
          </p:nvPr>
        </p:nvSpPr>
        <p:spPr>
          <a:xfrm>
            <a:off x="839788" y="365125"/>
            <a:ext cx="10515600" cy="1325563"/>
          </a:xfrm>
        </p:spPr>
        <p:txBody>
          <a:bodyPr/>
          <a:lstStyle/>
          <a:p>
            <a:r>
              <a:rPr lang="en-GB"/>
              <a:t>Click to edit Master title style</a:t>
            </a:r>
            <a:endParaRPr lang="en-IT"/>
          </a:p>
        </p:txBody>
      </p:sp>
      <p:sp>
        <p:nvSpPr>
          <p:cNvPr id="3" name="Text Placeholder 2">
            <a:extLst>
              <a:ext uri="{FF2B5EF4-FFF2-40B4-BE49-F238E27FC236}">
                <a16:creationId xmlns:a16="http://schemas.microsoft.com/office/drawing/2014/main" id="{26C646FC-65AE-9540-AAE3-B6B6CD95822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68CBA447-66F8-A34A-B4CE-410DAC50DC85}"/>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5" name="Text Placeholder 4">
            <a:extLst>
              <a:ext uri="{FF2B5EF4-FFF2-40B4-BE49-F238E27FC236}">
                <a16:creationId xmlns:a16="http://schemas.microsoft.com/office/drawing/2014/main" id="{B5285D13-3F53-7827-EAED-8E06DE38F7D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21FFD454-1F8A-95A0-CF52-0CFD2DAED3E4}"/>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7" name="Date Placeholder 6">
            <a:extLst>
              <a:ext uri="{FF2B5EF4-FFF2-40B4-BE49-F238E27FC236}">
                <a16:creationId xmlns:a16="http://schemas.microsoft.com/office/drawing/2014/main" id="{0A9E2329-C618-562E-2A20-59EDBC75D5FD}"/>
              </a:ext>
            </a:extLst>
          </p:cNvPr>
          <p:cNvSpPr>
            <a:spLocks noGrp="1"/>
          </p:cNvSpPr>
          <p:nvPr>
            <p:ph type="dt" sz="half" idx="10"/>
          </p:nvPr>
        </p:nvSpPr>
        <p:spPr>
          <a:xfrm>
            <a:off x="838200" y="6356350"/>
            <a:ext cx="2743200" cy="365125"/>
          </a:xfrm>
          <a:prstGeom prst="rect">
            <a:avLst/>
          </a:prstGeom>
        </p:spPr>
        <p:txBody>
          <a:bodyPr/>
          <a:lstStyle/>
          <a:p>
            <a:fld id="{95EDCAF1-B061-6943-9C47-57949C20D532}" type="datetime1">
              <a:rPr lang="it-IT" smtClean="0"/>
              <a:t>22/08/26</a:t>
            </a:fld>
            <a:endParaRPr lang="en-IT"/>
          </a:p>
        </p:txBody>
      </p:sp>
      <p:sp>
        <p:nvSpPr>
          <p:cNvPr id="9" name="Slide Number Placeholder 8">
            <a:extLst>
              <a:ext uri="{FF2B5EF4-FFF2-40B4-BE49-F238E27FC236}">
                <a16:creationId xmlns:a16="http://schemas.microsoft.com/office/drawing/2014/main" id="{F757708F-3711-3F7E-9E02-BEDC205AAFB8}"/>
              </a:ext>
            </a:extLst>
          </p:cNvPr>
          <p:cNvSpPr>
            <a:spLocks noGrp="1"/>
          </p:cNvSpPr>
          <p:nvPr>
            <p:ph type="sldNum" sz="quarter" idx="12"/>
          </p:nvPr>
        </p:nvSpPr>
        <p:spPr>
          <a:xfrm>
            <a:off x="8610600" y="6356350"/>
            <a:ext cx="2743200" cy="365125"/>
          </a:xfrm>
          <a:prstGeom prst="rect">
            <a:avLst/>
          </a:prstGeom>
        </p:spPr>
        <p:txBody>
          <a:bodyPr/>
          <a:lstStyle/>
          <a:p>
            <a:fld id="{A5A6EFC7-8735-7E44-BFA7-969B9F5B451D}" type="slidenum">
              <a:rPr lang="en-IT" smtClean="0"/>
              <a:t>‹#›</a:t>
            </a:fld>
            <a:endParaRPr lang="en-IT"/>
          </a:p>
        </p:txBody>
      </p:sp>
      <p:sp>
        <p:nvSpPr>
          <p:cNvPr id="10" name="Footer Placeholder 4">
            <a:extLst>
              <a:ext uri="{FF2B5EF4-FFF2-40B4-BE49-F238E27FC236}">
                <a16:creationId xmlns:a16="http://schemas.microsoft.com/office/drawing/2014/main" id="{83E3912A-2D33-7851-1F0D-11E8BEC55286}"/>
              </a:ext>
            </a:extLst>
          </p:cNvPr>
          <p:cNvSpPr>
            <a:spLocks noGrp="1"/>
          </p:cNvSpPr>
          <p:nvPr>
            <p:ph type="ftr" sz="quarter" idx="11"/>
          </p:nvPr>
        </p:nvSpPr>
        <p:spPr>
          <a:xfrm>
            <a:off x="3523345" y="6356350"/>
            <a:ext cx="5199742" cy="365125"/>
          </a:xfrm>
        </p:spPr>
        <p:txBody>
          <a:bodyPr/>
          <a:lstStyle/>
          <a:p>
            <a:r>
              <a:rPr lang="en-GB"/>
              <a:t>Q. Zhang | Minimizing Power Consumption in IPoWDM Networks with ZR/ZR+</a:t>
            </a:r>
            <a:endParaRPr lang="en-IT"/>
          </a:p>
        </p:txBody>
      </p:sp>
    </p:spTree>
    <p:extLst>
      <p:ext uri="{BB962C8B-B14F-4D97-AF65-F5344CB8AC3E}">
        <p14:creationId xmlns:p14="http://schemas.microsoft.com/office/powerpoint/2010/main" val="3179036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AD59E-DED0-94B6-7942-B6F374AA8488}"/>
              </a:ext>
            </a:extLst>
          </p:cNvPr>
          <p:cNvSpPr>
            <a:spLocks noGrp="1"/>
          </p:cNvSpPr>
          <p:nvPr>
            <p:ph type="title"/>
          </p:nvPr>
        </p:nvSpPr>
        <p:spPr/>
        <p:txBody>
          <a:bodyPr/>
          <a:lstStyle/>
          <a:p>
            <a:r>
              <a:rPr lang="en-GB"/>
              <a:t>Click to edit Master title style</a:t>
            </a:r>
            <a:endParaRPr lang="en-IT"/>
          </a:p>
        </p:txBody>
      </p:sp>
      <p:sp>
        <p:nvSpPr>
          <p:cNvPr id="3" name="Date Placeholder 2">
            <a:extLst>
              <a:ext uri="{FF2B5EF4-FFF2-40B4-BE49-F238E27FC236}">
                <a16:creationId xmlns:a16="http://schemas.microsoft.com/office/drawing/2014/main" id="{E52467CD-2DC2-6366-45D6-2CCDB518BA88}"/>
              </a:ext>
            </a:extLst>
          </p:cNvPr>
          <p:cNvSpPr>
            <a:spLocks noGrp="1"/>
          </p:cNvSpPr>
          <p:nvPr>
            <p:ph type="dt" sz="half" idx="10"/>
          </p:nvPr>
        </p:nvSpPr>
        <p:spPr>
          <a:xfrm>
            <a:off x="838200" y="6356350"/>
            <a:ext cx="2743200" cy="365125"/>
          </a:xfrm>
          <a:prstGeom prst="rect">
            <a:avLst/>
          </a:prstGeom>
        </p:spPr>
        <p:txBody>
          <a:bodyPr/>
          <a:lstStyle/>
          <a:p>
            <a:fld id="{EEE5C188-2720-9C44-9A77-56CA9B44ACEC}" type="datetime1">
              <a:rPr lang="it-IT" smtClean="0"/>
              <a:t>22/08/26</a:t>
            </a:fld>
            <a:endParaRPr lang="en-IT"/>
          </a:p>
        </p:txBody>
      </p:sp>
      <p:sp>
        <p:nvSpPr>
          <p:cNvPr id="5" name="Slide Number Placeholder 4">
            <a:extLst>
              <a:ext uri="{FF2B5EF4-FFF2-40B4-BE49-F238E27FC236}">
                <a16:creationId xmlns:a16="http://schemas.microsoft.com/office/drawing/2014/main" id="{DA139705-E059-F9C6-09CD-4B4883ADE63C}"/>
              </a:ext>
            </a:extLst>
          </p:cNvPr>
          <p:cNvSpPr>
            <a:spLocks noGrp="1"/>
          </p:cNvSpPr>
          <p:nvPr>
            <p:ph type="sldNum" sz="quarter" idx="12"/>
          </p:nvPr>
        </p:nvSpPr>
        <p:spPr>
          <a:xfrm>
            <a:off x="8610600" y="6356350"/>
            <a:ext cx="2743200" cy="365125"/>
          </a:xfrm>
          <a:prstGeom prst="rect">
            <a:avLst/>
          </a:prstGeom>
        </p:spPr>
        <p:txBody>
          <a:bodyPr/>
          <a:lstStyle/>
          <a:p>
            <a:fld id="{A5A6EFC7-8735-7E44-BFA7-969B9F5B451D}" type="slidenum">
              <a:rPr lang="en-IT" smtClean="0"/>
              <a:t>‹#›</a:t>
            </a:fld>
            <a:endParaRPr lang="en-IT"/>
          </a:p>
        </p:txBody>
      </p:sp>
      <p:sp>
        <p:nvSpPr>
          <p:cNvPr id="6" name="Footer Placeholder 4">
            <a:extLst>
              <a:ext uri="{FF2B5EF4-FFF2-40B4-BE49-F238E27FC236}">
                <a16:creationId xmlns:a16="http://schemas.microsoft.com/office/drawing/2014/main" id="{3F46C72A-1265-C865-3881-B139F1F4A07D}"/>
              </a:ext>
            </a:extLst>
          </p:cNvPr>
          <p:cNvSpPr>
            <a:spLocks noGrp="1"/>
          </p:cNvSpPr>
          <p:nvPr>
            <p:ph type="ftr" sz="quarter" idx="11"/>
          </p:nvPr>
        </p:nvSpPr>
        <p:spPr>
          <a:xfrm>
            <a:off x="3523345" y="6356350"/>
            <a:ext cx="5199742" cy="365125"/>
          </a:xfrm>
        </p:spPr>
        <p:txBody>
          <a:bodyPr/>
          <a:lstStyle/>
          <a:p>
            <a:r>
              <a:rPr lang="en-GB"/>
              <a:t>Q. Zhang | Minimizing Power Consumption in IPoWDM Networks with ZR/ZR+</a:t>
            </a:r>
            <a:endParaRPr lang="en-IT"/>
          </a:p>
        </p:txBody>
      </p:sp>
    </p:spTree>
    <p:extLst>
      <p:ext uri="{BB962C8B-B14F-4D97-AF65-F5344CB8AC3E}">
        <p14:creationId xmlns:p14="http://schemas.microsoft.com/office/powerpoint/2010/main" val="31788883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37F2F6-9A71-F78A-E34E-A7407A26FBBE}"/>
              </a:ext>
            </a:extLst>
          </p:cNvPr>
          <p:cNvSpPr>
            <a:spLocks noGrp="1"/>
          </p:cNvSpPr>
          <p:nvPr>
            <p:ph type="dt" sz="half" idx="10"/>
          </p:nvPr>
        </p:nvSpPr>
        <p:spPr>
          <a:xfrm>
            <a:off x="838200" y="6356350"/>
            <a:ext cx="2743200" cy="365125"/>
          </a:xfrm>
          <a:prstGeom prst="rect">
            <a:avLst/>
          </a:prstGeom>
        </p:spPr>
        <p:txBody>
          <a:bodyPr/>
          <a:lstStyle/>
          <a:p>
            <a:fld id="{776EEC19-AC26-7944-89E8-2338C684BFDA}" type="datetime1">
              <a:rPr lang="it-IT" smtClean="0"/>
              <a:t>22/08/26</a:t>
            </a:fld>
            <a:endParaRPr lang="en-IT"/>
          </a:p>
        </p:txBody>
      </p:sp>
      <p:sp>
        <p:nvSpPr>
          <p:cNvPr id="4" name="Slide Number Placeholder 3">
            <a:extLst>
              <a:ext uri="{FF2B5EF4-FFF2-40B4-BE49-F238E27FC236}">
                <a16:creationId xmlns:a16="http://schemas.microsoft.com/office/drawing/2014/main" id="{D37EE5DE-19B5-9906-BCEB-3C29D0EFD4A5}"/>
              </a:ext>
            </a:extLst>
          </p:cNvPr>
          <p:cNvSpPr>
            <a:spLocks noGrp="1"/>
          </p:cNvSpPr>
          <p:nvPr>
            <p:ph type="sldNum" sz="quarter" idx="12"/>
          </p:nvPr>
        </p:nvSpPr>
        <p:spPr>
          <a:xfrm>
            <a:off x="8610600" y="6356350"/>
            <a:ext cx="2743200" cy="365125"/>
          </a:xfrm>
          <a:prstGeom prst="rect">
            <a:avLst/>
          </a:prstGeom>
        </p:spPr>
        <p:txBody>
          <a:bodyPr/>
          <a:lstStyle/>
          <a:p>
            <a:fld id="{A5A6EFC7-8735-7E44-BFA7-969B9F5B451D}" type="slidenum">
              <a:rPr lang="en-IT" smtClean="0"/>
              <a:t>‹#›</a:t>
            </a:fld>
            <a:endParaRPr lang="en-IT"/>
          </a:p>
        </p:txBody>
      </p:sp>
      <p:sp>
        <p:nvSpPr>
          <p:cNvPr id="5" name="Footer Placeholder 4">
            <a:extLst>
              <a:ext uri="{FF2B5EF4-FFF2-40B4-BE49-F238E27FC236}">
                <a16:creationId xmlns:a16="http://schemas.microsoft.com/office/drawing/2014/main" id="{1A9EC518-9367-34F2-5D3B-E1F451C770B3}"/>
              </a:ext>
            </a:extLst>
          </p:cNvPr>
          <p:cNvSpPr>
            <a:spLocks noGrp="1"/>
          </p:cNvSpPr>
          <p:nvPr>
            <p:ph type="ftr" sz="quarter" idx="11"/>
          </p:nvPr>
        </p:nvSpPr>
        <p:spPr>
          <a:xfrm>
            <a:off x="3523345" y="6356350"/>
            <a:ext cx="5199742" cy="365125"/>
          </a:xfrm>
        </p:spPr>
        <p:txBody>
          <a:bodyPr/>
          <a:lstStyle/>
          <a:p>
            <a:r>
              <a:rPr lang="en-GB"/>
              <a:t>Q. Zhang | Minimizing Power Consumption in IPoWDM Networks with ZR/ZR+</a:t>
            </a:r>
            <a:endParaRPr lang="en-IT"/>
          </a:p>
        </p:txBody>
      </p:sp>
    </p:spTree>
    <p:extLst>
      <p:ext uri="{BB962C8B-B14F-4D97-AF65-F5344CB8AC3E}">
        <p14:creationId xmlns:p14="http://schemas.microsoft.com/office/powerpoint/2010/main" val="16428305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739B0-3D54-1487-E4CA-3697B8C81C7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T"/>
          </a:p>
        </p:txBody>
      </p:sp>
      <p:sp>
        <p:nvSpPr>
          <p:cNvPr id="3" name="Content Placeholder 2">
            <a:extLst>
              <a:ext uri="{FF2B5EF4-FFF2-40B4-BE49-F238E27FC236}">
                <a16:creationId xmlns:a16="http://schemas.microsoft.com/office/drawing/2014/main" id="{58608E19-D8E6-1FA9-E143-37620ABC17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Text Placeholder 3">
            <a:extLst>
              <a:ext uri="{FF2B5EF4-FFF2-40B4-BE49-F238E27FC236}">
                <a16:creationId xmlns:a16="http://schemas.microsoft.com/office/drawing/2014/main" id="{66A41659-0DF5-30DF-4E75-897B350822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EDA7FC6-A339-D605-800D-AB501AB8E237}"/>
              </a:ext>
            </a:extLst>
          </p:cNvPr>
          <p:cNvSpPr>
            <a:spLocks noGrp="1"/>
          </p:cNvSpPr>
          <p:nvPr>
            <p:ph type="dt" sz="half" idx="10"/>
          </p:nvPr>
        </p:nvSpPr>
        <p:spPr>
          <a:xfrm>
            <a:off x="838200" y="6356350"/>
            <a:ext cx="2743200" cy="365125"/>
          </a:xfrm>
          <a:prstGeom prst="rect">
            <a:avLst/>
          </a:prstGeom>
        </p:spPr>
        <p:txBody>
          <a:bodyPr/>
          <a:lstStyle/>
          <a:p>
            <a:fld id="{613104F7-4FAA-A745-88CD-DCDF4F2A4B12}" type="datetime1">
              <a:rPr lang="it-IT" smtClean="0"/>
              <a:t>22/08/26</a:t>
            </a:fld>
            <a:endParaRPr lang="en-IT"/>
          </a:p>
        </p:txBody>
      </p:sp>
      <p:sp>
        <p:nvSpPr>
          <p:cNvPr id="7" name="Slide Number Placeholder 6">
            <a:extLst>
              <a:ext uri="{FF2B5EF4-FFF2-40B4-BE49-F238E27FC236}">
                <a16:creationId xmlns:a16="http://schemas.microsoft.com/office/drawing/2014/main" id="{718E942D-4B1F-ED75-AE8B-F9BD5DCEA5B9}"/>
              </a:ext>
            </a:extLst>
          </p:cNvPr>
          <p:cNvSpPr>
            <a:spLocks noGrp="1"/>
          </p:cNvSpPr>
          <p:nvPr>
            <p:ph type="sldNum" sz="quarter" idx="12"/>
          </p:nvPr>
        </p:nvSpPr>
        <p:spPr>
          <a:xfrm>
            <a:off x="8610600" y="6356350"/>
            <a:ext cx="2743200" cy="365125"/>
          </a:xfrm>
          <a:prstGeom prst="rect">
            <a:avLst/>
          </a:prstGeom>
        </p:spPr>
        <p:txBody>
          <a:bodyPr/>
          <a:lstStyle/>
          <a:p>
            <a:fld id="{A5A6EFC7-8735-7E44-BFA7-969B9F5B451D}" type="slidenum">
              <a:rPr lang="en-IT" smtClean="0"/>
              <a:t>‹#›</a:t>
            </a:fld>
            <a:endParaRPr lang="en-IT"/>
          </a:p>
        </p:txBody>
      </p:sp>
      <p:sp>
        <p:nvSpPr>
          <p:cNvPr id="8" name="Footer Placeholder 4">
            <a:extLst>
              <a:ext uri="{FF2B5EF4-FFF2-40B4-BE49-F238E27FC236}">
                <a16:creationId xmlns:a16="http://schemas.microsoft.com/office/drawing/2014/main" id="{19A6D227-1513-F093-3E45-E53F91D851AC}"/>
              </a:ext>
            </a:extLst>
          </p:cNvPr>
          <p:cNvSpPr>
            <a:spLocks noGrp="1"/>
          </p:cNvSpPr>
          <p:nvPr>
            <p:ph type="ftr" sz="quarter" idx="11"/>
          </p:nvPr>
        </p:nvSpPr>
        <p:spPr>
          <a:xfrm>
            <a:off x="3523345" y="6356350"/>
            <a:ext cx="5199742" cy="365125"/>
          </a:xfrm>
        </p:spPr>
        <p:txBody>
          <a:bodyPr/>
          <a:lstStyle/>
          <a:p>
            <a:r>
              <a:rPr lang="en-GB"/>
              <a:t>Q. Zhang | Minimizing Power Consumption in IPoWDM Networks with ZR/ZR+</a:t>
            </a:r>
            <a:endParaRPr lang="en-IT"/>
          </a:p>
        </p:txBody>
      </p:sp>
    </p:spTree>
    <p:extLst>
      <p:ext uri="{BB962C8B-B14F-4D97-AF65-F5344CB8AC3E}">
        <p14:creationId xmlns:p14="http://schemas.microsoft.com/office/powerpoint/2010/main" val="25869143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3EF85-63B8-9971-2219-6017CE8033C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T"/>
          </a:p>
        </p:txBody>
      </p:sp>
      <p:sp>
        <p:nvSpPr>
          <p:cNvPr id="3" name="Picture Placeholder 2">
            <a:extLst>
              <a:ext uri="{FF2B5EF4-FFF2-40B4-BE49-F238E27FC236}">
                <a16:creationId xmlns:a16="http://schemas.microsoft.com/office/drawing/2014/main" id="{58CA7183-DD42-C215-876D-0F0184CD301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T"/>
          </a:p>
        </p:txBody>
      </p:sp>
      <p:sp>
        <p:nvSpPr>
          <p:cNvPr id="4" name="Text Placeholder 3">
            <a:extLst>
              <a:ext uri="{FF2B5EF4-FFF2-40B4-BE49-F238E27FC236}">
                <a16:creationId xmlns:a16="http://schemas.microsoft.com/office/drawing/2014/main" id="{247EEB28-6818-7251-B7EB-DB3B1CE706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104FDCE-E9E1-5CD0-F177-B2172C0E4810}"/>
              </a:ext>
            </a:extLst>
          </p:cNvPr>
          <p:cNvSpPr>
            <a:spLocks noGrp="1"/>
          </p:cNvSpPr>
          <p:nvPr>
            <p:ph type="dt" sz="half" idx="10"/>
          </p:nvPr>
        </p:nvSpPr>
        <p:spPr>
          <a:xfrm>
            <a:off x="838200" y="6356350"/>
            <a:ext cx="2743200" cy="365125"/>
          </a:xfrm>
          <a:prstGeom prst="rect">
            <a:avLst/>
          </a:prstGeom>
        </p:spPr>
        <p:txBody>
          <a:bodyPr/>
          <a:lstStyle/>
          <a:p>
            <a:fld id="{7C8D58A7-0DEC-544E-993C-AFFBCEE6AD8C}" type="datetime1">
              <a:rPr lang="it-IT" smtClean="0"/>
              <a:t>22/08/26</a:t>
            </a:fld>
            <a:endParaRPr lang="en-IT"/>
          </a:p>
        </p:txBody>
      </p:sp>
      <p:sp>
        <p:nvSpPr>
          <p:cNvPr id="7" name="Slide Number Placeholder 6">
            <a:extLst>
              <a:ext uri="{FF2B5EF4-FFF2-40B4-BE49-F238E27FC236}">
                <a16:creationId xmlns:a16="http://schemas.microsoft.com/office/drawing/2014/main" id="{B99B9D2A-F1F9-4801-9581-9D2C9983435D}"/>
              </a:ext>
            </a:extLst>
          </p:cNvPr>
          <p:cNvSpPr>
            <a:spLocks noGrp="1"/>
          </p:cNvSpPr>
          <p:nvPr>
            <p:ph type="sldNum" sz="quarter" idx="12"/>
          </p:nvPr>
        </p:nvSpPr>
        <p:spPr>
          <a:xfrm>
            <a:off x="8610600" y="6356350"/>
            <a:ext cx="2743200" cy="365125"/>
          </a:xfrm>
          <a:prstGeom prst="rect">
            <a:avLst/>
          </a:prstGeom>
        </p:spPr>
        <p:txBody>
          <a:bodyPr/>
          <a:lstStyle/>
          <a:p>
            <a:fld id="{A5A6EFC7-8735-7E44-BFA7-969B9F5B451D}" type="slidenum">
              <a:rPr lang="en-IT" smtClean="0"/>
              <a:t>‹#›</a:t>
            </a:fld>
            <a:endParaRPr lang="en-IT"/>
          </a:p>
        </p:txBody>
      </p:sp>
      <p:sp>
        <p:nvSpPr>
          <p:cNvPr id="8" name="Footer Placeholder 4">
            <a:extLst>
              <a:ext uri="{FF2B5EF4-FFF2-40B4-BE49-F238E27FC236}">
                <a16:creationId xmlns:a16="http://schemas.microsoft.com/office/drawing/2014/main" id="{9C59E5F1-54C6-6BC1-CCB9-2090DAE5254E}"/>
              </a:ext>
            </a:extLst>
          </p:cNvPr>
          <p:cNvSpPr>
            <a:spLocks noGrp="1"/>
          </p:cNvSpPr>
          <p:nvPr>
            <p:ph type="ftr" sz="quarter" idx="11"/>
          </p:nvPr>
        </p:nvSpPr>
        <p:spPr>
          <a:xfrm>
            <a:off x="3523345" y="6356350"/>
            <a:ext cx="5199742" cy="365125"/>
          </a:xfrm>
        </p:spPr>
        <p:txBody>
          <a:bodyPr/>
          <a:lstStyle/>
          <a:p>
            <a:r>
              <a:rPr lang="en-GB"/>
              <a:t>Q. Zhang | Minimizing Power Consumption in IPoWDM Networks with ZR/ZR+</a:t>
            </a:r>
            <a:endParaRPr lang="en-IT"/>
          </a:p>
        </p:txBody>
      </p:sp>
    </p:spTree>
    <p:extLst>
      <p:ext uri="{BB962C8B-B14F-4D97-AF65-F5344CB8AC3E}">
        <p14:creationId xmlns:p14="http://schemas.microsoft.com/office/powerpoint/2010/main" val="33851833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DB28ED-19A6-5713-2EDB-85B45D159DF6}"/>
              </a:ext>
            </a:extLst>
          </p:cNvPr>
          <p:cNvSpPr>
            <a:spLocks noGrp="1"/>
          </p:cNvSpPr>
          <p:nvPr>
            <p:ph type="title"/>
          </p:nvPr>
        </p:nvSpPr>
        <p:spPr/>
        <p:txBody>
          <a:bodyPr/>
          <a:lstStyle/>
          <a:p>
            <a:r>
              <a:rPr lang="en-GB"/>
              <a:t>Click to edit Master title style</a:t>
            </a:r>
            <a:endParaRPr lang="en-IT"/>
          </a:p>
        </p:txBody>
      </p:sp>
      <p:sp>
        <p:nvSpPr>
          <p:cNvPr id="3" name="Vertical Text Placeholder 2">
            <a:extLst>
              <a:ext uri="{FF2B5EF4-FFF2-40B4-BE49-F238E27FC236}">
                <a16:creationId xmlns:a16="http://schemas.microsoft.com/office/drawing/2014/main" id="{AA0012C7-8481-28BF-2D59-AD779B2C888A}"/>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Date Placeholder 3">
            <a:extLst>
              <a:ext uri="{FF2B5EF4-FFF2-40B4-BE49-F238E27FC236}">
                <a16:creationId xmlns:a16="http://schemas.microsoft.com/office/drawing/2014/main" id="{EBAD4752-9552-3601-95FE-2F50896840F8}"/>
              </a:ext>
            </a:extLst>
          </p:cNvPr>
          <p:cNvSpPr>
            <a:spLocks noGrp="1"/>
          </p:cNvSpPr>
          <p:nvPr>
            <p:ph type="dt" sz="half" idx="10"/>
          </p:nvPr>
        </p:nvSpPr>
        <p:spPr>
          <a:xfrm>
            <a:off x="838200" y="6356350"/>
            <a:ext cx="2743200" cy="365125"/>
          </a:xfrm>
          <a:prstGeom prst="rect">
            <a:avLst/>
          </a:prstGeom>
        </p:spPr>
        <p:txBody>
          <a:bodyPr/>
          <a:lstStyle/>
          <a:p>
            <a:fld id="{C032C417-D84C-8940-ABEE-FD81EA567FCD}" type="datetime1">
              <a:rPr lang="it-IT" smtClean="0"/>
              <a:t>22/08/26</a:t>
            </a:fld>
            <a:endParaRPr lang="en-IT"/>
          </a:p>
        </p:txBody>
      </p:sp>
      <p:sp>
        <p:nvSpPr>
          <p:cNvPr id="6" name="Slide Number Placeholder 5">
            <a:extLst>
              <a:ext uri="{FF2B5EF4-FFF2-40B4-BE49-F238E27FC236}">
                <a16:creationId xmlns:a16="http://schemas.microsoft.com/office/drawing/2014/main" id="{1ACE12AA-4F19-116B-7C36-9D954CDDB804}"/>
              </a:ext>
            </a:extLst>
          </p:cNvPr>
          <p:cNvSpPr>
            <a:spLocks noGrp="1"/>
          </p:cNvSpPr>
          <p:nvPr>
            <p:ph type="sldNum" sz="quarter" idx="12"/>
          </p:nvPr>
        </p:nvSpPr>
        <p:spPr>
          <a:xfrm>
            <a:off x="8610600" y="6356350"/>
            <a:ext cx="2743200" cy="365125"/>
          </a:xfrm>
          <a:prstGeom prst="rect">
            <a:avLst/>
          </a:prstGeom>
        </p:spPr>
        <p:txBody>
          <a:bodyPr/>
          <a:lstStyle/>
          <a:p>
            <a:fld id="{A5A6EFC7-8735-7E44-BFA7-969B9F5B451D}" type="slidenum">
              <a:rPr lang="en-IT" smtClean="0"/>
              <a:t>‹#›</a:t>
            </a:fld>
            <a:endParaRPr lang="en-IT"/>
          </a:p>
        </p:txBody>
      </p:sp>
      <p:sp>
        <p:nvSpPr>
          <p:cNvPr id="7" name="Footer Placeholder 4">
            <a:extLst>
              <a:ext uri="{FF2B5EF4-FFF2-40B4-BE49-F238E27FC236}">
                <a16:creationId xmlns:a16="http://schemas.microsoft.com/office/drawing/2014/main" id="{85C2FBC6-CA8F-5D38-BE75-7AC6C11EF33D}"/>
              </a:ext>
            </a:extLst>
          </p:cNvPr>
          <p:cNvSpPr>
            <a:spLocks noGrp="1"/>
          </p:cNvSpPr>
          <p:nvPr>
            <p:ph type="ftr" sz="quarter" idx="11"/>
          </p:nvPr>
        </p:nvSpPr>
        <p:spPr>
          <a:xfrm>
            <a:off x="3523345" y="6356350"/>
            <a:ext cx="5199742" cy="365125"/>
          </a:xfrm>
        </p:spPr>
        <p:txBody>
          <a:bodyPr/>
          <a:lstStyle/>
          <a:p>
            <a:r>
              <a:rPr lang="en-GB"/>
              <a:t>Q. Zhang | Minimizing Power Consumption in IPoWDM Networks with ZR/ZR+</a:t>
            </a:r>
            <a:endParaRPr lang="en-IT"/>
          </a:p>
        </p:txBody>
      </p:sp>
    </p:spTree>
    <p:extLst>
      <p:ext uri="{BB962C8B-B14F-4D97-AF65-F5344CB8AC3E}">
        <p14:creationId xmlns:p14="http://schemas.microsoft.com/office/powerpoint/2010/main" val="12230455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BE96AE1-B22B-990F-6CA8-76950F8F9D87}"/>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IT"/>
          </a:p>
        </p:txBody>
      </p:sp>
      <p:sp>
        <p:nvSpPr>
          <p:cNvPr id="3" name="Vertical Text Placeholder 2">
            <a:extLst>
              <a:ext uri="{FF2B5EF4-FFF2-40B4-BE49-F238E27FC236}">
                <a16:creationId xmlns:a16="http://schemas.microsoft.com/office/drawing/2014/main" id="{48524D0D-06F1-F5E7-552A-BE0E14435A3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Date Placeholder 3">
            <a:extLst>
              <a:ext uri="{FF2B5EF4-FFF2-40B4-BE49-F238E27FC236}">
                <a16:creationId xmlns:a16="http://schemas.microsoft.com/office/drawing/2014/main" id="{84DDF309-C3D0-9C11-4F9F-01FDDDD14D37}"/>
              </a:ext>
            </a:extLst>
          </p:cNvPr>
          <p:cNvSpPr>
            <a:spLocks noGrp="1"/>
          </p:cNvSpPr>
          <p:nvPr>
            <p:ph type="dt" sz="half" idx="10"/>
          </p:nvPr>
        </p:nvSpPr>
        <p:spPr>
          <a:xfrm>
            <a:off x="838200" y="6356350"/>
            <a:ext cx="2743200" cy="365125"/>
          </a:xfrm>
          <a:prstGeom prst="rect">
            <a:avLst/>
          </a:prstGeom>
        </p:spPr>
        <p:txBody>
          <a:bodyPr/>
          <a:lstStyle/>
          <a:p>
            <a:fld id="{13ECEAFF-2F00-4F47-BAD2-CBF52B38C442}" type="datetime1">
              <a:rPr lang="it-IT" smtClean="0"/>
              <a:t>22/08/26</a:t>
            </a:fld>
            <a:endParaRPr lang="en-IT"/>
          </a:p>
        </p:txBody>
      </p:sp>
      <p:sp>
        <p:nvSpPr>
          <p:cNvPr id="6" name="Slide Number Placeholder 5">
            <a:extLst>
              <a:ext uri="{FF2B5EF4-FFF2-40B4-BE49-F238E27FC236}">
                <a16:creationId xmlns:a16="http://schemas.microsoft.com/office/drawing/2014/main" id="{7C635D93-F89D-6E84-5C3E-D3528BAECD11}"/>
              </a:ext>
            </a:extLst>
          </p:cNvPr>
          <p:cNvSpPr>
            <a:spLocks noGrp="1"/>
          </p:cNvSpPr>
          <p:nvPr>
            <p:ph type="sldNum" sz="quarter" idx="12"/>
          </p:nvPr>
        </p:nvSpPr>
        <p:spPr>
          <a:xfrm>
            <a:off x="8610600" y="6356350"/>
            <a:ext cx="2743200" cy="365125"/>
          </a:xfrm>
          <a:prstGeom prst="rect">
            <a:avLst/>
          </a:prstGeom>
        </p:spPr>
        <p:txBody>
          <a:bodyPr/>
          <a:lstStyle/>
          <a:p>
            <a:fld id="{A5A6EFC7-8735-7E44-BFA7-969B9F5B451D}" type="slidenum">
              <a:rPr lang="en-IT" smtClean="0"/>
              <a:t>‹#›</a:t>
            </a:fld>
            <a:endParaRPr lang="en-IT"/>
          </a:p>
        </p:txBody>
      </p:sp>
      <p:sp>
        <p:nvSpPr>
          <p:cNvPr id="7" name="Footer Placeholder 4">
            <a:extLst>
              <a:ext uri="{FF2B5EF4-FFF2-40B4-BE49-F238E27FC236}">
                <a16:creationId xmlns:a16="http://schemas.microsoft.com/office/drawing/2014/main" id="{7CFB9469-1EE1-4BD4-D5DD-26B86E540C0A}"/>
              </a:ext>
            </a:extLst>
          </p:cNvPr>
          <p:cNvSpPr>
            <a:spLocks noGrp="1"/>
          </p:cNvSpPr>
          <p:nvPr>
            <p:ph type="ftr" sz="quarter" idx="11"/>
          </p:nvPr>
        </p:nvSpPr>
        <p:spPr>
          <a:xfrm>
            <a:off x="3523345" y="6356350"/>
            <a:ext cx="5199742" cy="365125"/>
          </a:xfrm>
        </p:spPr>
        <p:txBody>
          <a:bodyPr/>
          <a:lstStyle/>
          <a:p>
            <a:r>
              <a:rPr lang="en-GB"/>
              <a:t>Q. Zhang | Minimizing Power Consumption in IPoWDM Networks with ZR/ZR+</a:t>
            </a:r>
            <a:endParaRPr lang="en-IT"/>
          </a:p>
        </p:txBody>
      </p:sp>
    </p:spTree>
    <p:extLst>
      <p:ext uri="{BB962C8B-B14F-4D97-AF65-F5344CB8AC3E}">
        <p14:creationId xmlns:p14="http://schemas.microsoft.com/office/powerpoint/2010/main" val="38660723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1.1 - Blank">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A2CC8E39-9A4E-A4DF-F50E-11E2BDCAFF74}"/>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1" name="Slide Number Placeholder 5">
            <a:extLst>
              <a:ext uri="{FF2B5EF4-FFF2-40B4-BE49-F238E27FC236}">
                <a16:creationId xmlns:a16="http://schemas.microsoft.com/office/drawing/2014/main" id="{54684DA7-0D8A-B949-344B-2DA84CB93D5D}"/>
              </a:ext>
            </a:extLst>
          </p:cNvPr>
          <p:cNvSpPr txBox="1">
            <a:spLocks/>
          </p:cNvSpPr>
          <p:nvPr userDrawn="1"/>
        </p:nvSpPr>
        <p:spPr>
          <a:xfrm>
            <a:off x="558803" y="6478009"/>
            <a:ext cx="166712"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3" name="Footer Placeholder 2">
            <a:extLst>
              <a:ext uri="{FF2B5EF4-FFF2-40B4-BE49-F238E27FC236}">
                <a16:creationId xmlns:a16="http://schemas.microsoft.com/office/drawing/2014/main" id="{6E4F0CF6-F16F-8670-1980-E9ED719A0C64}"/>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endParaRPr lang="en-US" dirty="0"/>
          </a:p>
        </p:txBody>
      </p:sp>
      <p:cxnSp>
        <p:nvCxnSpPr>
          <p:cNvPr id="3" name="Straight Connector 2">
            <a:extLst>
              <a:ext uri="{FF2B5EF4-FFF2-40B4-BE49-F238E27FC236}">
                <a16:creationId xmlns:a16="http://schemas.microsoft.com/office/drawing/2014/main" id="{14CF9C37-2B4F-1A48-2665-689E781E5996}"/>
              </a:ext>
            </a:extLst>
          </p:cNvPr>
          <p:cNvCxnSpPr>
            <a:cxnSpLocks/>
          </p:cNvCxnSpPr>
          <p:nvPr userDrawn="1"/>
        </p:nvCxnSpPr>
        <p:spPr>
          <a:xfrm>
            <a:off x="1871480" y="6457200"/>
            <a:ext cx="0" cy="192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DA0E344A-9637-F773-3C9D-C304FA60FFA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15938" y="6157420"/>
            <a:ext cx="1017249" cy="484800"/>
          </a:xfrm>
          <a:prstGeom prst="rect">
            <a:avLst/>
          </a:prstGeom>
        </p:spPr>
      </p:pic>
    </p:spTree>
    <p:extLst>
      <p:ext uri="{BB962C8B-B14F-4D97-AF65-F5344CB8AC3E}">
        <p14:creationId xmlns:p14="http://schemas.microsoft.com/office/powerpoint/2010/main" val="41820508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1.2 - Title">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556800" y="527928"/>
            <a:ext cx="11078400" cy="454205"/>
          </a:xfrm>
          <a:prstGeom prst="rect">
            <a:avLst/>
          </a:prstGeom>
        </p:spPr>
        <p:txBody>
          <a:bodyPr lIns="0" tIns="0" rIns="0" bIns="0"/>
          <a:lstStyle>
            <a:lvl1pPr marL="0" indent="0">
              <a:lnSpc>
                <a:spcPct val="100000"/>
              </a:lnSpc>
              <a:spcBef>
                <a:spcPts val="0"/>
              </a:spcBef>
              <a:buNone/>
              <a:defRPr sz="3200" baseline="0">
                <a:solidFill>
                  <a:schemeClr val="accent1"/>
                </a:solidFill>
                <a:latin typeface="Nokia Pure Headline Light" panose="020B0304020202020204" pitchFamily="34" charset="0"/>
              </a:defRPr>
            </a:lvl1pPr>
          </a:lstStyle>
          <a:p>
            <a:pPr lvl="0"/>
            <a:r>
              <a:rPr lang="en-US" noProof="0" dirty="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556800" y="1019360"/>
            <a:ext cx="11078400" cy="454205"/>
          </a:xfrm>
          <a:prstGeom prst="rect">
            <a:avLst/>
          </a:prstGeom>
        </p:spPr>
        <p:txBody>
          <a:bodyPr lIns="0" tIns="0" rIns="0" bIns="0"/>
          <a:lstStyle>
            <a:lvl1pPr marL="0" indent="0">
              <a:lnSpc>
                <a:spcPct val="100000"/>
              </a:lnSpc>
              <a:spcBef>
                <a:spcPts val="0"/>
              </a:spcBef>
              <a:buNone/>
              <a:defRPr sz="2400" baseline="0">
                <a:solidFill>
                  <a:schemeClr val="tx2"/>
                </a:solidFill>
                <a:latin typeface="Nokia Pure Headline Light" panose="020B0304020202020204" pitchFamily="34" charset="0"/>
              </a:defRPr>
            </a:lvl1pPr>
          </a:lstStyle>
          <a:p>
            <a:pPr lvl="0"/>
            <a:r>
              <a:rPr lang="en-US" noProof="0" dirty="0"/>
              <a:t>Click to edit headline</a:t>
            </a:r>
          </a:p>
        </p:txBody>
      </p:sp>
      <p:sp>
        <p:nvSpPr>
          <p:cNvPr id="14" name="TextBox 13">
            <a:extLst>
              <a:ext uri="{FF2B5EF4-FFF2-40B4-BE49-F238E27FC236}">
                <a16:creationId xmlns:a16="http://schemas.microsoft.com/office/drawing/2014/main" id="{B4AE9558-F65E-E57A-5394-E3FBBB881C02}"/>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5" name="Slide Number Placeholder 5">
            <a:extLst>
              <a:ext uri="{FF2B5EF4-FFF2-40B4-BE49-F238E27FC236}">
                <a16:creationId xmlns:a16="http://schemas.microsoft.com/office/drawing/2014/main" id="{792A02F9-A52E-683F-E045-1AFEBB2E5516}"/>
              </a:ext>
            </a:extLst>
          </p:cNvPr>
          <p:cNvSpPr txBox="1">
            <a:spLocks/>
          </p:cNvSpPr>
          <p:nvPr userDrawn="1"/>
        </p:nvSpPr>
        <p:spPr>
          <a:xfrm>
            <a:off x="558803" y="6478009"/>
            <a:ext cx="166712"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6" name="Footer Placeholder 2">
            <a:extLst>
              <a:ext uri="{FF2B5EF4-FFF2-40B4-BE49-F238E27FC236}">
                <a16:creationId xmlns:a16="http://schemas.microsoft.com/office/drawing/2014/main" id="{2949A3C7-28A6-58FC-0E18-DC956F4648A9}"/>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endParaRPr lang="en-US" dirty="0"/>
          </a:p>
        </p:txBody>
      </p:sp>
      <p:cxnSp>
        <p:nvCxnSpPr>
          <p:cNvPr id="2" name="Straight Connector 1">
            <a:extLst>
              <a:ext uri="{FF2B5EF4-FFF2-40B4-BE49-F238E27FC236}">
                <a16:creationId xmlns:a16="http://schemas.microsoft.com/office/drawing/2014/main" id="{9E8EEFE7-691A-EB22-8F90-26B2CF96E1A9}"/>
              </a:ext>
            </a:extLst>
          </p:cNvPr>
          <p:cNvCxnSpPr>
            <a:cxnSpLocks/>
          </p:cNvCxnSpPr>
          <p:nvPr userDrawn="1"/>
        </p:nvCxnSpPr>
        <p:spPr>
          <a:xfrm>
            <a:off x="1871480" y="6457200"/>
            <a:ext cx="0" cy="192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B7D1C557-9AB1-1320-8365-E9EE69B4A61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15938" y="6157420"/>
            <a:ext cx="1017249" cy="484800"/>
          </a:xfrm>
          <a:prstGeom prst="rect">
            <a:avLst/>
          </a:prstGeom>
        </p:spPr>
      </p:pic>
    </p:spTree>
    <p:extLst>
      <p:ext uri="{BB962C8B-B14F-4D97-AF65-F5344CB8AC3E}">
        <p14:creationId xmlns:p14="http://schemas.microsoft.com/office/powerpoint/2010/main" val="26733942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1.3 - Text">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556800" y="527928"/>
            <a:ext cx="11078400" cy="454205"/>
          </a:xfrm>
          <a:prstGeom prst="rect">
            <a:avLst/>
          </a:prstGeom>
        </p:spPr>
        <p:txBody>
          <a:bodyPr lIns="0" tIns="0" rIns="0" bIns="0"/>
          <a:lstStyle>
            <a:lvl1pPr marL="0" indent="0">
              <a:lnSpc>
                <a:spcPct val="100000"/>
              </a:lnSpc>
              <a:spcBef>
                <a:spcPts val="0"/>
              </a:spcBef>
              <a:buNone/>
              <a:defRPr sz="3200" baseline="0">
                <a:solidFill>
                  <a:schemeClr val="accent1"/>
                </a:solidFill>
                <a:latin typeface="Nokia Pure Headline Light" panose="020B0304020202020204" pitchFamily="34" charset="0"/>
              </a:defRPr>
            </a:lvl1pPr>
          </a:lstStyle>
          <a:p>
            <a:pPr lvl="0"/>
            <a:r>
              <a:rPr lang="en-US" noProof="0" dirty="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556800" y="1019360"/>
            <a:ext cx="11078400" cy="454205"/>
          </a:xfrm>
          <a:prstGeom prst="rect">
            <a:avLst/>
          </a:prstGeom>
        </p:spPr>
        <p:txBody>
          <a:bodyPr lIns="0" tIns="0" rIns="0" bIns="0"/>
          <a:lstStyle>
            <a:lvl1pPr marL="0" indent="0">
              <a:lnSpc>
                <a:spcPct val="100000"/>
              </a:lnSpc>
              <a:spcBef>
                <a:spcPts val="0"/>
              </a:spcBef>
              <a:buNone/>
              <a:defRPr sz="2400" baseline="0">
                <a:solidFill>
                  <a:schemeClr val="tx2"/>
                </a:solidFill>
                <a:latin typeface="Nokia Pure Headline Light" panose="020B0304020202020204" pitchFamily="34" charset="0"/>
              </a:defRPr>
            </a:lvl1pPr>
          </a:lstStyle>
          <a:p>
            <a:pPr lvl="0"/>
            <a:r>
              <a:rPr lang="en-US" noProof="0" dirty="0"/>
              <a:t>Click to edit headline</a:t>
            </a:r>
          </a:p>
        </p:txBody>
      </p:sp>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556451" y="1680000"/>
            <a:ext cx="11078400" cy="4158640"/>
          </a:xfrm>
          <a:prstGeom prst="rect">
            <a:avLst/>
          </a:prstGeom>
        </p:spPr>
        <p:txBody>
          <a:bodyPr lIns="0" tIns="0" rIns="0" bIns="0"/>
          <a:lstStyle>
            <a:lvl1pPr marL="0" indent="0">
              <a:lnSpc>
                <a:spcPct val="100000"/>
              </a:lnSpc>
              <a:spcBef>
                <a:spcPts val="0"/>
              </a:spcBef>
              <a:spcAft>
                <a:spcPts val="800"/>
              </a:spcAft>
              <a:buSzPct val="70000"/>
              <a:buNone/>
              <a:defRPr sz="1600">
                <a:solidFill>
                  <a:schemeClr val="tx2"/>
                </a:solidFill>
              </a:defRPr>
            </a:lvl1pPr>
            <a:lvl2pPr marL="239994" indent="0">
              <a:lnSpc>
                <a:spcPct val="100000"/>
              </a:lnSpc>
              <a:spcBef>
                <a:spcPts val="0"/>
              </a:spcBef>
              <a:spcAft>
                <a:spcPts val="800"/>
              </a:spcAft>
              <a:buSzPct val="70000"/>
              <a:buNone/>
              <a:defRPr sz="1600">
                <a:solidFill>
                  <a:schemeClr val="tx2"/>
                </a:solidFill>
              </a:defRPr>
            </a:lvl2pPr>
            <a:lvl3pPr marL="479988" indent="0">
              <a:lnSpc>
                <a:spcPct val="100000"/>
              </a:lnSpc>
              <a:spcBef>
                <a:spcPts val="0"/>
              </a:spcBef>
              <a:spcAft>
                <a:spcPts val="800"/>
              </a:spcAft>
              <a:buSzPct val="70000"/>
              <a:buNone/>
              <a:defRPr sz="1600">
                <a:solidFill>
                  <a:schemeClr val="tx2"/>
                </a:solidFill>
              </a:defRPr>
            </a:lvl3pPr>
            <a:lvl4pPr marL="719982" indent="0">
              <a:lnSpc>
                <a:spcPct val="100000"/>
              </a:lnSpc>
              <a:spcBef>
                <a:spcPts val="0"/>
              </a:spcBef>
              <a:spcAft>
                <a:spcPts val="800"/>
              </a:spcAft>
              <a:buSzPct val="70000"/>
              <a:buNone/>
              <a:defRPr sz="1600">
                <a:solidFill>
                  <a:schemeClr val="tx2"/>
                </a:solidFill>
              </a:defRPr>
            </a:lvl4pPr>
            <a:lvl5pPr marL="959976" indent="0">
              <a:lnSpc>
                <a:spcPct val="100000"/>
              </a:lnSpc>
              <a:spcBef>
                <a:spcPts val="0"/>
              </a:spcBef>
              <a:spcAft>
                <a:spcPts val="800"/>
              </a:spcAft>
              <a:buSzPct val="70000"/>
              <a:buNone/>
              <a:defRPr sz="16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Box 14">
            <a:extLst>
              <a:ext uri="{FF2B5EF4-FFF2-40B4-BE49-F238E27FC236}">
                <a16:creationId xmlns:a16="http://schemas.microsoft.com/office/drawing/2014/main" id="{31A68076-E163-16F0-6643-612506DC25C6}"/>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6" name="Slide Number Placeholder 5">
            <a:extLst>
              <a:ext uri="{FF2B5EF4-FFF2-40B4-BE49-F238E27FC236}">
                <a16:creationId xmlns:a16="http://schemas.microsoft.com/office/drawing/2014/main" id="{DDBD7350-FFE3-8F35-04ED-B83CAB700A06}"/>
              </a:ext>
            </a:extLst>
          </p:cNvPr>
          <p:cNvSpPr txBox="1">
            <a:spLocks/>
          </p:cNvSpPr>
          <p:nvPr userDrawn="1"/>
        </p:nvSpPr>
        <p:spPr>
          <a:xfrm>
            <a:off x="558803" y="6478009"/>
            <a:ext cx="166712"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7" name="Footer Placeholder 2">
            <a:extLst>
              <a:ext uri="{FF2B5EF4-FFF2-40B4-BE49-F238E27FC236}">
                <a16:creationId xmlns:a16="http://schemas.microsoft.com/office/drawing/2014/main" id="{4E90EBC0-49DE-3234-6D8A-7B5E88E2D975}"/>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endParaRPr lang="en-US" dirty="0"/>
          </a:p>
        </p:txBody>
      </p:sp>
      <p:cxnSp>
        <p:nvCxnSpPr>
          <p:cNvPr id="3" name="Straight Connector 2">
            <a:extLst>
              <a:ext uri="{FF2B5EF4-FFF2-40B4-BE49-F238E27FC236}">
                <a16:creationId xmlns:a16="http://schemas.microsoft.com/office/drawing/2014/main" id="{A9F5E732-6447-299C-75E4-C99261D7483C}"/>
              </a:ext>
            </a:extLst>
          </p:cNvPr>
          <p:cNvCxnSpPr>
            <a:cxnSpLocks/>
          </p:cNvCxnSpPr>
          <p:nvPr userDrawn="1"/>
        </p:nvCxnSpPr>
        <p:spPr>
          <a:xfrm>
            <a:off x="1871480" y="6457200"/>
            <a:ext cx="0" cy="192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3D63D485-13CC-9C0A-3170-F4CA3E92E78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15938" y="6157420"/>
            <a:ext cx="1017249" cy="484800"/>
          </a:xfrm>
          <a:prstGeom prst="rect">
            <a:avLst/>
          </a:prstGeom>
        </p:spPr>
      </p:pic>
    </p:spTree>
    <p:extLst>
      <p:ext uri="{BB962C8B-B14F-4D97-AF65-F5344CB8AC3E}">
        <p14:creationId xmlns:p14="http://schemas.microsoft.com/office/powerpoint/2010/main" val="39580195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1.4 - 1xBullet">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556800" y="527928"/>
            <a:ext cx="11078400" cy="454205"/>
          </a:xfrm>
          <a:prstGeom prst="rect">
            <a:avLst/>
          </a:prstGeom>
        </p:spPr>
        <p:txBody>
          <a:bodyPr lIns="0" tIns="0" rIns="0" bIns="0"/>
          <a:lstStyle>
            <a:lvl1pPr marL="0" indent="0">
              <a:lnSpc>
                <a:spcPct val="100000"/>
              </a:lnSpc>
              <a:spcBef>
                <a:spcPts val="0"/>
              </a:spcBef>
              <a:buNone/>
              <a:defRPr sz="3200" baseline="0">
                <a:solidFill>
                  <a:schemeClr val="accent1"/>
                </a:solidFill>
                <a:latin typeface="Nokia Pure Headline Light" panose="020B0304020202020204" pitchFamily="34" charset="0"/>
              </a:defRPr>
            </a:lvl1pPr>
          </a:lstStyle>
          <a:p>
            <a:pPr lvl="0"/>
            <a:r>
              <a:rPr lang="en-US" noProof="0" dirty="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556800" y="1019360"/>
            <a:ext cx="11078400" cy="454205"/>
          </a:xfrm>
          <a:prstGeom prst="rect">
            <a:avLst/>
          </a:prstGeom>
        </p:spPr>
        <p:txBody>
          <a:bodyPr lIns="0" tIns="0" rIns="0" bIns="0"/>
          <a:lstStyle>
            <a:lvl1pPr marL="0" indent="0">
              <a:lnSpc>
                <a:spcPct val="100000"/>
              </a:lnSpc>
              <a:spcBef>
                <a:spcPts val="0"/>
              </a:spcBef>
              <a:buNone/>
              <a:defRPr sz="2400" baseline="0">
                <a:solidFill>
                  <a:schemeClr val="tx2"/>
                </a:solidFill>
                <a:latin typeface="Nokia Pure Headline Light" panose="020B0304020202020204" pitchFamily="34" charset="0"/>
              </a:defRPr>
            </a:lvl1pPr>
          </a:lstStyle>
          <a:p>
            <a:pPr lvl="0"/>
            <a:r>
              <a:rPr lang="en-US" noProof="0" dirty="0"/>
              <a:t>Click to edit headline</a:t>
            </a:r>
          </a:p>
        </p:txBody>
      </p:sp>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556451" y="1680000"/>
            <a:ext cx="11078400" cy="4158640"/>
          </a:xfrm>
          <a:prstGeom prst="rect">
            <a:avLst/>
          </a:prstGeom>
        </p:spPr>
        <p:txBody>
          <a:bodyPr lIns="0" tIns="0" rIns="0" bIns="0"/>
          <a:lstStyle>
            <a:lvl1pPr marL="239994" indent="-239994">
              <a:lnSpc>
                <a:spcPct val="100000"/>
              </a:lnSpc>
              <a:spcBef>
                <a:spcPts val="0"/>
              </a:spcBef>
              <a:spcAft>
                <a:spcPts val="800"/>
              </a:spcAft>
              <a:buSzPct val="70000"/>
              <a:defRPr sz="1600">
                <a:solidFill>
                  <a:schemeClr val="tx2"/>
                </a:solidFill>
              </a:defRPr>
            </a:lvl1pPr>
            <a:lvl2pPr marL="479988" indent="-239994">
              <a:lnSpc>
                <a:spcPct val="100000"/>
              </a:lnSpc>
              <a:spcBef>
                <a:spcPts val="0"/>
              </a:spcBef>
              <a:spcAft>
                <a:spcPts val="800"/>
              </a:spcAft>
              <a:buSzPct val="70000"/>
              <a:defRPr sz="1600">
                <a:solidFill>
                  <a:schemeClr val="tx2"/>
                </a:solidFill>
              </a:defRPr>
            </a:lvl2pPr>
            <a:lvl3pPr marL="719982" indent="-239994">
              <a:lnSpc>
                <a:spcPct val="100000"/>
              </a:lnSpc>
              <a:spcBef>
                <a:spcPts val="0"/>
              </a:spcBef>
              <a:spcAft>
                <a:spcPts val="800"/>
              </a:spcAft>
              <a:buSzPct val="70000"/>
              <a:defRPr sz="1600">
                <a:solidFill>
                  <a:schemeClr val="tx2"/>
                </a:solidFill>
              </a:defRPr>
            </a:lvl3pPr>
            <a:lvl4pPr marL="959976" indent="-239994">
              <a:lnSpc>
                <a:spcPct val="100000"/>
              </a:lnSpc>
              <a:spcBef>
                <a:spcPts val="0"/>
              </a:spcBef>
              <a:spcAft>
                <a:spcPts val="800"/>
              </a:spcAft>
              <a:buSzPct val="70000"/>
              <a:defRPr lang="en-US" sz="1600" kern="1200" dirty="0">
                <a:solidFill>
                  <a:schemeClr val="tx2"/>
                </a:solidFill>
                <a:latin typeface="+mn-lt"/>
                <a:ea typeface="+mn-ea"/>
                <a:cs typeface="+mn-cs"/>
              </a:defRPr>
            </a:lvl4pPr>
            <a:lvl5pPr marL="1199970" indent="-239994">
              <a:lnSpc>
                <a:spcPct val="100000"/>
              </a:lnSpc>
              <a:spcBef>
                <a:spcPts val="0"/>
              </a:spcBef>
              <a:spcAft>
                <a:spcPts val="800"/>
              </a:spcAft>
              <a:buSzPct val="70000"/>
              <a:defRPr sz="1600">
                <a:solidFill>
                  <a:schemeClr val="tx2"/>
                </a:solidFill>
              </a:defRPr>
            </a:lvl5pPr>
            <a:lvl6pPr marL="1439964" indent="-239994">
              <a:lnSpc>
                <a:spcPct val="100000"/>
              </a:lnSpc>
              <a:spcBef>
                <a:spcPts val="0"/>
              </a:spcBef>
              <a:buSzPct val="70000"/>
              <a:buFont typeface="Arial" panose="020B0604020202020204" pitchFamily="34" charset="0"/>
              <a:buChar char="•"/>
              <a:defRPr sz="1467">
                <a:solidFill>
                  <a:schemeClr val="tx2"/>
                </a:solidFill>
              </a:defRPr>
            </a:lvl6pPr>
            <a:lvl7pPr marL="1439964">
              <a:defRPr sz="16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Box 14">
            <a:extLst>
              <a:ext uri="{FF2B5EF4-FFF2-40B4-BE49-F238E27FC236}">
                <a16:creationId xmlns:a16="http://schemas.microsoft.com/office/drawing/2014/main" id="{D5C5286A-148E-6CAC-4953-28CEC8A7AC65}"/>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6" name="Slide Number Placeholder 5">
            <a:extLst>
              <a:ext uri="{FF2B5EF4-FFF2-40B4-BE49-F238E27FC236}">
                <a16:creationId xmlns:a16="http://schemas.microsoft.com/office/drawing/2014/main" id="{8C09A251-3EA9-3813-C32A-42674B11B3BE}"/>
              </a:ext>
            </a:extLst>
          </p:cNvPr>
          <p:cNvSpPr txBox="1">
            <a:spLocks/>
          </p:cNvSpPr>
          <p:nvPr userDrawn="1"/>
        </p:nvSpPr>
        <p:spPr>
          <a:xfrm>
            <a:off x="558803" y="6478009"/>
            <a:ext cx="166712"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7" name="Footer Placeholder 2">
            <a:extLst>
              <a:ext uri="{FF2B5EF4-FFF2-40B4-BE49-F238E27FC236}">
                <a16:creationId xmlns:a16="http://schemas.microsoft.com/office/drawing/2014/main" id="{4DDBC5E9-DF95-1530-C94F-AC94C8FDD7BF}"/>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endParaRPr lang="en-US" dirty="0"/>
          </a:p>
        </p:txBody>
      </p:sp>
      <p:cxnSp>
        <p:nvCxnSpPr>
          <p:cNvPr id="3" name="Straight Connector 2">
            <a:extLst>
              <a:ext uri="{FF2B5EF4-FFF2-40B4-BE49-F238E27FC236}">
                <a16:creationId xmlns:a16="http://schemas.microsoft.com/office/drawing/2014/main" id="{7A0A6C3E-06F7-E899-9995-0ED37EE6CC41}"/>
              </a:ext>
            </a:extLst>
          </p:cNvPr>
          <p:cNvCxnSpPr>
            <a:cxnSpLocks/>
          </p:cNvCxnSpPr>
          <p:nvPr userDrawn="1"/>
        </p:nvCxnSpPr>
        <p:spPr>
          <a:xfrm>
            <a:off x="1871480" y="6457200"/>
            <a:ext cx="0" cy="192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29E39556-3958-D06D-B5BB-705F5725C68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15938" y="6157420"/>
            <a:ext cx="1017249" cy="484800"/>
          </a:xfrm>
          <a:prstGeom prst="rect">
            <a:avLst/>
          </a:prstGeom>
        </p:spPr>
      </p:pic>
    </p:spTree>
    <p:extLst>
      <p:ext uri="{BB962C8B-B14F-4D97-AF65-F5344CB8AC3E}">
        <p14:creationId xmlns:p14="http://schemas.microsoft.com/office/powerpoint/2010/main" val="278594198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1.5 - 2xBullet">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556800" y="527928"/>
            <a:ext cx="11078400" cy="454205"/>
          </a:xfrm>
          <a:prstGeom prst="rect">
            <a:avLst/>
          </a:prstGeom>
        </p:spPr>
        <p:txBody>
          <a:bodyPr lIns="0" tIns="0" rIns="0" bIns="0"/>
          <a:lstStyle>
            <a:lvl1pPr marL="0" indent="0">
              <a:lnSpc>
                <a:spcPct val="100000"/>
              </a:lnSpc>
              <a:spcBef>
                <a:spcPts val="0"/>
              </a:spcBef>
              <a:buNone/>
              <a:defRPr sz="3200" baseline="0">
                <a:solidFill>
                  <a:schemeClr val="accent1"/>
                </a:solidFill>
                <a:latin typeface="Nokia Pure Headline Light" panose="020B0304020202020204" pitchFamily="34" charset="0"/>
              </a:defRPr>
            </a:lvl1pPr>
          </a:lstStyle>
          <a:p>
            <a:pPr lvl="0"/>
            <a:r>
              <a:rPr lang="en-US" noProof="0" dirty="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556800" y="1019360"/>
            <a:ext cx="11078400" cy="454205"/>
          </a:xfrm>
          <a:prstGeom prst="rect">
            <a:avLst/>
          </a:prstGeom>
        </p:spPr>
        <p:txBody>
          <a:bodyPr lIns="0" tIns="0" rIns="0" bIns="0"/>
          <a:lstStyle>
            <a:lvl1pPr marL="0" indent="0">
              <a:lnSpc>
                <a:spcPct val="100000"/>
              </a:lnSpc>
              <a:spcBef>
                <a:spcPts val="0"/>
              </a:spcBef>
              <a:buNone/>
              <a:defRPr sz="2400" baseline="0">
                <a:solidFill>
                  <a:schemeClr val="tx2"/>
                </a:solidFill>
                <a:latin typeface="Nokia Pure Headline Light" panose="020B0304020202020204" pitchFamily="34" charset="0"/>
              </a:defRPr>
            </a:lvl1pPr>
          </a:lstStyle>
          <a:p>
            <a:pPr lvl="0"/>
            <a:r>
              <a:rPr lang="en-US" noProof="0" dirty="0"/>
              <a:t>Click to edit headline</a:t>
            </a:r>
          </a:p>
        </p:txBody>
      </p:sp>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556451" y="1680000"/>
            <a:ext cx="5424000" cy="4158640"/>
          </a:xfrm>
          <a:prstGeom prst="rect">
            <a:avLst/>
          </a:prstGeom>
        </p:spPr>
        <p:txBody>
          <a:bodyPr lIns="0" tIns="0" rIns="0" bIns="0"/>
          <a:lstStyle>
            <a:lvl1pPr marL="239994" indent="-239994">
              <a:lnSpc>
                <a:spcPct val="100000"/>
              </a:lnSpc>
              <a:spcBef>
                <a:spcPts val="0"/>
              </a:spcBef>
              <a:spcAft>
                <a:spcPts val="800"/>
              </a:spcAft>
              <a:buSzPct val="70000"/>
              <a:defRPr sz="1600">
                <a:solidFill>
                  <a:schemeClr val="tx2"/>
                </a:solidFill>
              </a:defRPr>
            </a:lvl1pPr>
            <a:lvl2pPr marL="479988" indent="-239994">
              <a:lnSpc>
                <a:spcPct val="100000"/>
              </a:lnSpc>
              <a:spcBef>
                <a:spcPts val="0"/>
              </a:spcBef>
              <a:spcAft>
                <a:spcPts val="800"/>
              </a:spcAft>
              <a:buSzPct val="70000"/>
              <a:defRPr sz="1600">
                <a:solidFill>
                  <a:schemeClr val="tx2"/>
                </a:solidFill>
              </a:defRPr>
            </a:lvl2pPr>
            <a:lvl3pPr marL="719982" indent="-239994">
              <a:lnSpc>
                <a:spcPct val="100000"/>
              </a:lnSpc>
              <a:spcBef>
                <a:spcPts val="0"/>
              </a:spcBef>
              <a:spcAft>
                <a:spcPts val="800"/>
              </a:spcAft>
              <a:buSzPct val="70000"/>
              <a:defRPr sz="1600">
                <a:solidFill>
                  <a:schemeClr val="tx2"/>
                </a:solidFill>
              </a:defRPr>
            </a:lvl3pPr>
            <a:lvl4pPr marL="959976" indent="-239994">
              <a:lnSpc>
                <a:spcPct val="100000"/>
              </a:lnSpc>
              <a:spcBef>
                <a:spcPts val="0"/>
              </a:spcBef>
              <a:spcAft>
                <a:spcPts val="800"/>
              </a:spcAft>
              <a:buSzPct val="70000"/>
              <a:defRPr lang="en-US" sz="1600" kern="1200" dirty="0">
                <a:solidFill>
                  <a:schemeClr val="tx2"/>
                </a:solidFill>
                <a:latin typeface="+mn-lt"/>
                <a:ea typeface="+mn-ea"/>
                <a:cs typeface="+mn-cs"/>
              </a:defRPr>
            </a:lvl4pPr>
            <a:lvl5pPr marL="1199970" indent="-239994">
              <a:lnSpc>
                <a:spcPct val="100000"/>
              </a:lnSpc>
              <a:spcBef>
                <a:spcPts val="0"/>
              </a:spcBef>
              <a:spcAft>
                <a:spcPts val="800"/>
              </a:spcAft>
              <a:buSzPct val="70000"/>
              <a:defRPr sz="1600">
                <a:solidFill>
                  <a:schemeClr val="tx2"/>
                </a:solidFill>
              </a:defRPr>
            </a:lvl5pPr>
            <a:lvl6pPr marL="1439964" indent="-239994">
              <a:lnSpc>
                <a:spcPct val="100000"/>
              </a:lnSpc>
              <a:spcBef>
                <a:spcPts val="0"/>
              </a:spcBef>
              <a:buSzPct val="70000"/>
              <a:buFont typeface="Arial" panose="020B0604020202020204" pitchFamily="34" charset="0"/>
              <a:buChar char="•"/>
              <a:defRPr sz="1467">
                <a:solidFill>
                  <a:schemeClr val="tx2"/>
                </a:solidFill>
              </a:defRPr>
            </a:lvl6pPr>
            <a:lvl7pPr marL="1439964">
              <a:defRPr sz="16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12">
            <a:extLst>
              <a:ext uri="{FF2B5EF4-FFF2-40B4-BE49-F238E27FC236}">
                <a16:creationId xmlns:a16="http://schemas.microsoft.com/office/drawing/2014/main" id="{57FF8C70-8D9A-A91A-9AA2-5BAED4E5562B}"/>
              </a:ext>
            </a:extLst>
          </p:cNvPr>
          <p:cNvSpPr>
            <a:spLocks noGrp="1"/>
          </p:cNvSpPr>
          <p:nvPr>
            <p:ph type="body" sz="quarter" idx="16"/>
          </p:nvPr>
        </p:nvSpPr>
        <p:spPr>
          <a:xfrm>
            <a:off x="6211552" y="1680000"/>
            <a:ext cx="5424000" cy="4158640"/>
          </a:xfrm>
          <a:prstGeom prst="rect">
            <a:avLst/>
          </a:prstGeom>
        </p:spPr>
        <p:txBody>
          <a:bodyPr lIns="0" tIns="0" rIns="0" bIns="0"/>
          <a:lstStyle>
            <a:lvl1pPr marL="239994" indent="-239994">
              <a:lnSpc>
                <a:spcPct val="100000"/>
              </a:lnSpc>
              <a:spcBef>
                <a:spcPts val="0"/>
              </a:spcBef>
              <a:spcAft>
                <a:spcPts val="800"/>
              </a:spcAft>
              <a:buSzPct val="70000"/>
              <a:defRPr sz="1600">
                <a:solidFill>
                  <a:schemeClr val="tx2"/>
                </a:solidFill>
              </a:defRPr>
            </a:lvl1pPr>
            <a:lvl2pPr marL="479988" indent="-239994">
              <a:lnSpc>
                <a:spcPct val="100000"/>
              </a:lnSpc>
              <a:spcBef>
                <a:spcPts val="0"/>
              </a:spcBef>
              <a:spcAft>
                <a:spcPts val="800"/>
              </a:spcAft>
              <a:buSzPct val="70000"/>
              <a:defRPr sz="1600">
                <a:solidFill>
                  <a:schemeClr val="tx2"/>
                </a:solidFill>
              </a:defRPr>
            </a:lvl2pPr>
            <a:lvl3pPr marL="719982" indent="-239994">
              <a:lnSpc>
                <a:spcPct val="100000"/>
              </a:lnSpc>
              <a:spcBef>
                <a:spcPts val="0"/>
              </a:spcBef>
              <a:spcAft>
                <a:spcPts val="800"/>
              </a:spcAft>
              <a:buSzPct val="70000"/>
              <a:defRPr sz="1600">
                <a:solidFill>
                  <a:schemeClr val="tx2"/>
                </a:solidFill>
              </a:defRPr>
            </a:lvl3pPr>
            <a:lvl4pPr marL="959976" indent="-239994">
              <a:lnSpc>
                <a:spcPct val="100000"/>
              </a:lnSpc>
              <a:spcBef>
                <a:spcPts val="0"/>
              </a:spcBef>
              <a:spcAft>
                <a:spcPts val="800"/>
              </a:spcAft>
              <a:buSzPct val="70000"/>
              <a:defRPr lang="en-US" sz="1600" kern="1200" dirty="0">
                <a:solidFill>
                  <a:schemeClr val="tx2"/>
                </a:solidFill>
                <a:latin typeface="+mn-lt"/>
                <a:ea typeface="+mn-ea"/>
                <a:cs typeface="+mn-cs"/>
              </a:defRPr>
            </a:lvl4pPr>
            <a:lvl5pPr marL="1199970" indent="-239994">
              <a:lnSpc>
                <a:spcPct val="100000"/>
              </a:lnSpc>
              <a:spcBef>
                <a:spcPts val="0"/>
              </a:spcBef>
              <a:spcAft>
                <a:spcPts val="800"/>
              </a:spcAft>
              <a:buSzPct val="70000"/>
              <a:defRPr sz="1600">
                <a:solidFill>
                  <a:schemeClr val="tx2"/>
                </a:solidFill>
              </a:defRPr>
            </a:lvl5pPr>
            <a:lvl6pPr marL="1439964" indent="-239994">
              <a:lnSpc>
                <a:spcPct val="100000"/>
              </a:lnSpc>
              <a:spcBef>
                <a:spcPts val="0"/>
              </a:spcBef>
              <a:buSzPct val="70000"/>
              <a:buFont typeface="Arial" panose="020B0604020202020204" pitchFamily="34" charset="0"/>
              <a:buChar char="•"/>
              <a:defRPr sz="1467">
                <a:solidFill>
                  <a:schemeClr val="tx2"/>
                </a:solidFill>
              </a:defRPr>
            </a:lvl6pPr>
            <a:lvl7pPr marL="1439964">
              <a:defRPr sz="16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Box 15">
            <a:extLst>
              <a:ext uri="{FF2B5EF4-FFF2-40B4-BE49-F238E27FC236}">
                <a16:creationId xmlns:a16="http://schemas.microsoft.com/office/drawing/2014/main" id="{76D7398D-CEE7-3079-FB86-A89C992F31A0}"/>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7" name="Slide Number Placeholder 5">
            <a:extLst>
              <a:ext uri="{FF2B5EF4-FFF2-40B4-BE49-F238E27FC236}">
                <a16:creationId xmlns:a16="http://schemas.microsoft.com/office/drawing/2014/main" id="{3654D0DC-83E2-3257-B441-08F7D9D94478}"/>
              </a:ext>
            </a:extLst>
          </p:cNvPr>
          <p:cNvSpPr txBox="1">
            <a:spLocks/>
          </p:cNvSpPr>
          <p:nvPr userDrawn="1"/>
        </p:nvSpPr>
        <p:spPr>
          <a:xfrm>
            <a:off x="558803" y="6478009"/>
            <a:ext cx="166712"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8" name="Footer Placeholder 2">
            <a:extLst>
              <a:ext uri="{FF2B5EF4-FFF2-40B4-BE49-F238E27FC236}">
                <a16:creationId xmlns:a16="http://schemas.microsoft.com/office/drawing/2014/main" id="{E47C68A9-7989-FB66-D55B-D66D6874D998}"/>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endParaRPr lang="en-US" dirty="0"/>
          </a:p>
        </p:txBody>
      </p:sp>
      <p:cxnSp>
        <p:nvCxnSpPr>
          <p:cNvPr id="7" name="Straight Connector 6">
            <a:extLst>
              <a:ext uri="{FF2B5EF4-FFF2-40B4-BE49-F238E27FC236}">
                <a16:creationId xmlns:a16="http://schemas.microsoft.com/office/drawing/2014/main" id="{52491042-D5B7-4498-A1F0-5BEA78AF4EBD}"/>
              </a:ext>
            </a:extLst>
          </p:cNvPr>
          <p:cNvCxnSpPr>
            <a:cxnSpLocks/>
          </p:cNvCxnSpPr>
          <p:nvPr userDrawn="1"/>
        </p:nvCxnSpPr>
        <p:spPr>
          <a:xfrm>
            <a:off x="1871480" y="6457200"/>
            <a:ext cx="0" cy="192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88F7910F-6815-2B09-B597-8F9DAC6834A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15938" y="6157420"/>
            <a:ext cx="1017249" cy="484800"/>
          </a:xfrm>
          <a:prstGeom prst="rect">
            <a:avLst/>
          </a:prstGeom>
        </p:spPr>
      </p:pic>
    </p:spTree>
    <p:extLst>
      <p:ext uri="{BB962C8B-B14F-4D97-AF65-F5344CB8AC3E}">
        <p14:creationId xmlns:p14="http://schemas.microsoft.com/office/powerpoint/2010/main" val="15583830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1.6 - 3xBullet">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556800" y="527928"/>
            <a:ext cx="11078400" cy="454205"/>
          </a:xfrm>
          <a:prstGeom prst="rect">
            <a:avLst/>
          </a:prstGeom>
        </p:spPr>
        <p:txBody>
          <a:bodyPr lIns="0" tIns="0" rIns="0" bIns="0"/>
          <a:lstStyle>
            <a:lvl1pPr marL="0" indent="0">
              <a:lnSpc>
                <a:spcPct val="100000"/>
              </a:lnSpc>
              <a:spcBef>
                <a:spcPts val="0"/>
              </a:spcBef>
              <a:buNone/>
              <a:defRPr sz="3200" baseline="0">
                <a:solidFill>
                  <a:schemeClr val="accent1"/>
                </a:solidFill>
                <a:latin typeface="Nokia Pure Headline Light" panose="020B0304020202020204" pitchFamily="34" charset="0"/>
              </a:defRPr>
            </a:lvl1pPr>
          </a:lstStyle>
          <a:p>
            <a:pPr lvl="0"/>
            <a:r>
              <a:rPr lang="en-US" noProof="0" dirty="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556800" y="1019360"/>
            <a:ext cx="11078400" cy="454205"/>
          </a:xfrm>
          <a:prstGeom prst="rect">
            <a:avLst/>
          </a:prstGeom>
        </p:spPr>
        <p:txBody>
          <a:bodyPr lIns="0" tIns="0" rIns="0" bIns="0"/>
          <a:lstStyle>
            <a:lvl1pPr marL="0" indent="0">
              <a:lnSpc>
                <a:spcPct val="100000"/>
              </a:lnSpc>
              <a:spcBef>
                <a:spcPts val="0"/>
              </a:spcBef>
              <a:buNone/>
              <a:defRPr sz="2400" baseline="0">
                <a:solidFill>
                  <a:schemeClr val="tx2"/>
                </a:solidFill>
                <a:latin typeface="Nokia Pure Headline Light" panose="020B0304020202020204" pitchFamily="34" charset="0"/>
              </a:defRPr>
            </a:lvl1pPr>
          </a:lstStyle>
          <a:p>
            <a:pPr lvl="0"/>
            <a:r>
              <a:rPr lang="en-US" noProof="0" dirty="0"/>
              <a:t>Click to edit headline</a:t>
            </a:r>
          </a:p>
        </p:txBody>
      </p:sp>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556451" y="1680000"/>
            <a:ext cx="3600000" cy="4158640"/>
          </a:xfrm>
          <a:prstGeom prst="rect">
            <a:avLst/>
          </a:prstGeom>
        </p:spPr>
        <p:txBody>
          <a:bodyPr lIns="0" tIns="0" rIns="0" bIns="0"/>
          <a:lstStyle>
            <a:lvl1pPr marL="239994" indent="-239994">
              <a:lnSpc>
                <a:spcPct val="100000"/>
              </a:lnSpc>
              <a:spcBef>
                <a:spcPts val="0"/>
              </a:spcBef>
              <a:spcAft>
                <a:spcPts val="800"/>
              </a:spcAft>
              <a:buSzPct val="70000"/>
              <a:defRPr sz="1600">
                <a:solidFill>
                  <a:schemeClr val="tx2"/>
                </a:solidFill>
              </a:defRPr>
            </a:lvl1pPr>
            <a:lvl2pPr marL="479988" indent="-239994">
              <a:lnSpc>
                <a:spcPct val="100000"/>
              </a:lnSpc>
              <a:spcBef>
                <a:spcPts val="0"/>
              </a:spcBef>
              <a:spcAft>
                <a:spcPts val="800"/>
              </a:spcAft>
              <a:buSzPct val="70000"/>
              <a:defRPr sz="1600">
                <a:solidFill>
                  <a:schemeClr val="tx2"/>
                </a:solidFill>
              </a:defRPr>
            </a:lvl2pPr>
            <a:lvl3pPr marL="719982" indent="-239994">
              <a:lnSpc>
                <a:spcPct val="100000"/>
              </a:lnSpc>
              <a:spcBef>
                <a:spcPts val="0"/>
              </a:spcBef>
              <a:spcAft>
                <a:spcPts val="800"/>
              </a:spcAft>
              <a:buSzPct val="70000"/>
              <a:defRPr sz="1600">
                <a:solidFill>
                  <a:schemeClr val="tx2"/>
                </a:solidFill>
              </a:defRPr>
            </a:lvl3pPr>
            <a:lvl4pPr marL="959976" indent="-239994">
              <a:lnSpc>
                <a:spcPct val="100000"/>
              </a:lnSpc>
              <a:spcBef>
                <a:spcPts val="0"/>
              </a:spcBef>
              <a:spcAft>
                <a:spcPts val="800"/>
              </a:spcAft>
              <a:buSzPct val="70000"/>
              <a:defRPr lang="en-US" sz="1600" kern="1200" dirty="0">
                <a:solidFill>
                  <a:schemeClr val="tx2"/>
                </a:solidFill>
                <a:latin typeface="+mn-lt"/>
                <a:ea typeface="+mn-ea"/>
                <a:cs typeface="+mn-cs"/>
              </a:defRPr>
            </a:lvl4pPr>
            <a:lvl5pPr marL="1199970" indent="-239994">
              <a:lnSpc>
                <a:spcPct val="100000"/>
              </a:lnSpc>
              <a:spcBef>
                <a:spcPts val="0"/>
              </a:spcBef>
              <a:spcAft>
                <a:spcPts val="800"/>
              </a:spcAft>
              <a:buSzPct val="70000"/>
              <a:defRPr sz="1600">
                <a:solidFill>
                  <a:schemeClr val="tx2"/>
                </a:solidFill>
              </a:defRPr>
            </a:lvl5pPr>
            <a:lvl6pPr marL="1439964" indent="-239994">
              <a:lnSpc>
                <a:spcPct val="100000"/>
              </a:lnSpc>
              <a:spcBef>
                <a:spcPts val="0"/>
              </a:spcBef>
              <a:buSzPct val="70000"/>
              <a:buFont typeface="Arial" panose="020B0604020202020204" pitchFamily="34" charset="0"/>
              <a:buChar char="•"/>
              <a:defRPr sz="1467">
                <a:solidFill>
                  <a:schemeClr val="tx2"/>
                </a:solidFill>
              </a:defRPr>
            </a:lvl6pPr>
            <a:lvl7pPr marL="1439964">
              <a:defRPr sz="16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12">
            <a:extLst>
              <a:ext uri="{FF2B5EF4-FFF2-40B4-BE49-F238E27FC236}">
                <a16:creationId xmlns:a16="http://schemas.microsoft.com/office/drawing/2014/main" id="{1BB609BD-442B-5330-C543-B4F748F8321A}"/>
              </a:ext>
            </a:extLst>
          </p:cNvPr>
          <p:cNvSpPr>
            <a:spLocks noGrp="1"/>
          </p:cNvSpPr>
          <p:nvPr>
            <p:ph type="body" sz="quarter" idx="16"/>
          </p:nvPr>
        </p:nvSpPr>
        <p:spPr>
          <a:xfrm>
            <a:off x="4296000" y="1680000"/>
            <a:ext cx="3600000" cy="4158640"/>
          </a:xfrm>
          <a:prstGeom prst="rect">
            <a:avLst/>
          </a:prstGeom>
        </p:spPr>
        <p:txBody>
          <a:bodyPr lIns="0" tIns="0" rIns="0" bIns="0"/>
          <a:lstStyle>
            <a:lvl1pPr marL="239994" indent="-239994">
              <a:lnSpc>
                <a:spcPct val="100000"/>
              </a:lnSpc>
              <a:spcBef>
                <a:spcPts val="0"/>
              </a:spcBef>
              <a:spcAft>
                <a:spcPts val="800"/>
              </a:spcAft>
              <a:buSzPct val="70000"/>
              <a:defRPr sz="1600">
                <a:solidFill>
                  <a:schemeClr val="tx2"/>
                </a:solidFill>
              </a:defRPr>
            </a:lvl1pPr>
            <a:lvl2pPr marL="479988" indent="-239994">
              <a:lnSpc>
                <a:spcPct val="100000"/>
              </a:lnSpc>
              <a:spcBef>
                <a:spcPts val="0"/>
              </a:spcBef>
              <a:spcAft>
                <a:spcPts val="800"/>
              </a:spcAft>
              <a:buSzPct val="70000"/>
              <a:defRPr sz="1600">
                <a:solidFill>
                  <a:schemeClr val="tx2"/>
                </a:solidFill>
              </a:defRPr>
            </a:lvl2pPr>
            <a:lvl3pPr marL="719982" indent="-239994">
              <a:lnSpc>
                <a:spcPct val="100000"/>
              </a:lnSpc>
              <a:spcBef>
                <a:spcPts val="0"/>
              </a:spcBef>
              <a:spcAft>
                <a:spcPts val="800"/>
              </a:spcAft>
              <a:buSzPct val="70000"/>
              <a:defRPr sz="1600">
                <a:solidFill>
                  <a:schemeClr val="tx2"/>
                </a:solidFill>
              </a:defRPr>
            </a:lvl3pPr>
            <a:lvl4pPr marL="959976" indent="-239994">
              <a:lnSpc>
                <a:spcPct val="100000"/>
              </a:lnSpc>
              <a:spcBef>
                <a:spcPts val="0"/>
              </a:spcBef>
              <a:spcAft>
                <a:spcPts val="800"/>
              </a:spcAft>
              <a:buSzPct val="70000"/>
              <a:defRPr lang="en-US" sz="1600" kern="1200" dirty="0">
                <a:solidFill>
                  <a:schemeClr val="tx2"/>
                </a:solidFill>
                <a:latin typeface="+mn-lt"/>
                <a:ea typeface="+mn-ea"/>
                <a:cs typeface="+mn-cs"/>
              </a:defRPr>
            </a:lvl4pPr>
            <a:lvl5pPr marL="1199970" indent="-239994">
              <a:lnSpc>
                <a:spcPct val="100000"/>
              </a:lnSpc>
              <a:spcBef>
                <a:spcPts val="0"/>
              </a:spcBef>
              <a:spcAft>
                <a:spcPts val="800"/>
              </a:spcAft>
              <a:buSzPct val="70000"/>
              <a:defRPr sz="1600">
                <a:solidFill>
                  <a:schemeClr val="tx2"/>
                </a:solidFill>
              </a:defRPr>
            </a:lvl5pPr>
            <a:lvl6pPr marL="1439964" indent="-239994">
              <a:lnSpc>
                <a:spcPct val="100000"/>
              </a:lnSpc>
              <a:spcBef>
                <a:spcPts val="0"/>
              </a:spcBef>
              <a:buSzPct val="70000"/>
              <a:buFont typeface="Arial" panose="020B0604020202020204" pitchFamily="34" charset="0"/>
              <a:buChar char="•"/>
              <a:defRPr sz="1467">
                <a:solidFill>
                  <a:schemeClr val="tx2"/>
                </a:solidFill>
              </a:defRPr>
            </a:lvl6pPr>
            <a:lvl7pPr marL="1439964">
              <a:defRPr sz="16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12">
            <a:extLst>
              <a:ext uri="{FF2B5EF4-FFF2-40B4-BE49-F238E27FC236}">
                <a16:creationId xmlns:a16="http://schemas.microsoft.com/office/drawing/2014/main" id="{E664E6E2-580B-C0EC-85A4-858E1F7656F4}"/>
              </a:ext>
            </a:extLst>
          </p:cNvPr>
          <p:cNvSpPr>
            <a:spLocks noGrp="1"/>
          </p:cNvSpPr>
          <p:nvPr>
            <p:ph type="body" sz="quarter" idx="17"/>
          </p:nvPr>
        </p:nvSpPr>
        <p:spPr>
          <a:xfrm>
            <a:off x="8035550" y="1680000"/>
            <a:ext cx="3596877" cy="4158640"/>
          </a:xfrm>
          <a:prstGeom prst="rect">
            <a:avLst/>
          </a:prstGeom>
        </p:spPr>
        <p:txBody>
          <a:bodyPr lIns="0" tIns="0" rIns="0" bIns="0"/>
          <a:lstStyle>
            <a:lvl1pPr marL="239994" indent="-239994">
              <a:lnSpc>
                <a:spcPct val="100000"/>
              </a:lnSpc>
              <a:spcBef>
                <a:spcPts val="0"/>
              </a:spcBef>
              <a:spcAft>
                <a:spcPts val="800"/>
              </a:spcAft>
              <a:buSzPct val="70000"/>
              <a:defRPr sz="1600">
                <a:solidFill>
                  <a:schemeClr val="tx2"/>
                </a:solidFill>
              </a:defRPr>
            </a:lvl1pPr>
            <a:lvl2pPr marL="479988" indent="-239994">
              <a:lnSpc>
                <a:spcPct val="100000"/>
              </a:lnSpc>
              <a:spcBef>
                <a:spcPts val="0"/>
              </a:spcBef>
              <a:spcAft>
                <a:spcPts val="800"/>
              </a:spcAft>
              <a:buSzPct val="70000"/>
              <a:defRPr sz="1600">
                <a:solidFill>
                  <a:schemeClr val="tx2"/>
                </a:solidFill>
              </a:defRPr>
            </a:lvl2pPr>
            <a:lvl3pPr marL="719982" indent="-239994">
              <a:lnSpc>
                <a:spcPct val="100000"/>
              </a:lnSpc>
              <a:spcBef>
                <a:spcPts val="0"/>
              </a:spcBef>
              <a:spcAft>
                <a:spcPts val="800"/>
              </a:spcAft>
              <a:buSzPct val="70000"/>
              <a:defRPr sz="1600">
                <a:solidFill>
                  <a:schemeClr val="tx2"/>
                </a:solidFill>
              </a:defRPr>
            </a:lvl3pPr>
            <a:lvl4pPr marL="959976" indent="-239994">
              <a:lnSpc>
                <a:spcPct val="100000"/>
              </a:lnSpc>
              <a:spcBef>
                <a:spcPts val="0"/>
              </a:spcBef>
              <a:spcAft>
                <a:spcPts val="800"/>
              </a:spcAft>
              <a:buSzPct val="70000"/>
              <a:defRPr lang="en-US" sz="1600" kern="1200" dirty="0">
                <a:solidFill>
                  <a:schemeClr val="tx2"/>
                </a:solidFill>
                <a:latin typeface="+mn-lt"/>
                <a:ea typeface="+mn-ea"/>
                <a:cs typeface="+mn-cs"/>
              </a:defRPr>
            </a:lvl4pPr>
            <a:lvl5pPr marL="1199970" indent="-239994">
              <a:lnSpc>
                <a:spcPct val="100000"/>
              </a:lnSpc>
              <a:spcBef>
                <a:spcPts val="0"/>
              </a:spcBef>
              <a:spcAft>
                <a:spcPts val="800"/>
              </a:spcAft>
              <a:buSzPct val="70000"/>
              <a:defRPr sz="1600">
                <a:solidFill>
                  <a:schemeClr val="tx2"/>
                </a:solidFill>
              </a:defRPr>
            </a:lvl5pPr>
            <a:lvl6pPr marL="1439964" indent="-239994">
              <a:lnSpc>
                <a:spcPct val="100000"/>
              </a:lnSpc>
              <a:spcBef>
                <a:spcPts val="0"/>
              </a:spcBef>
              <a:buSzPct val="70000"/>
              <a:buFont typeface="Arial" panose="020B0604020202020204" pitchFamily="34" charset="0"/>
              <a:buChar char="•"/>
              <a:defRPr sz="1467">
                <a:solidFill>
                  <a:schemeClr val="tx2"/>
                </a:solidFill>
              </a:defRPr>
            </a:lvl6pPr>
            <a:lvl7pPr marL="1439964">
              <a:defRPr sz="16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Box 16">
            <a:extLst>
              <a:ext uri="{FF2B5EF4-FFF2-40B4-BE49-F238E27FC236}">
                <a16:creationId xmlns:a16="http://schemas.microsoft.com/office/drawing/2014/main" id="{B3C89AA2-17C4-2311-08AF-1321E11749F6}"/>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8" name="Slide Number Placeholder 5">
            <a:extLst>
              <a:ext uri="{FF2B5EF4-FFF2-40B4-BE49-F238E27FC236}">
                <a16:creationId xmlns:a16="http://schemas.microsoft.com/office/drawing/2014/main" id="{2713EB45-843B-9A1C-345B-468536A7E05D}"/>
              </a:ext>
            </a:extLst>
          </p:cNvPr>
          <p:cNvSpPr txBox="1">
            <a:spLocks/>
          </p:cNvSpPr>
          <p:nvPr userDrawn="1"/>
        </p:nvSpPr>
        <p:spPr>
          <a:xfrm>
            <a:off x="558803" y="6478009"/>
            <a:ext cx="166712"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9" name="Footer Placeholder 2">
            <a:extLst>
              <a:ext uri="{FF2B5EF4-FFF2-40B4-BE49-F238E27FC236}">
                <a16:creationId xmlns:a16="http://schemas.microsoft.com/office/drawing/2014/main" id="{C77A4B8F-49F4-2929-427A-DF7B92A561E5}"/>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endParaRPr lang="en-US" dirty="0"/>
          </a:p>
        </p:txBody>
      </p:sp>
      <p:cxnSp>
        <p:nvCxnSpPr>
          <p:cNvPr id="3" name="Straight Connector 2">
            <a:extLst>
              <a:ext uri="{FF2B5EF4-FFF2-40B4-BE49-F238E27FC236}">
                <a16:creationId xmlns:a16="http://schemas.microsoft.com/office/drawing/2014/main" id="{CF272607-9556-1864-23FC-E024D8740ED5}"/>
              </a:ext>
            </a:extLst>
          </p:cNvPr>
          <p:cNvCxnSpPr>
            <a:cxnSpLocks/>
          </p:cNvCxnSpPr>
          <p:nvPr userDrawn="1"/>
        </p:nvCxnSpPr>
        <p:spPr>
          <a:xfrm>
            <a:off x="1871480" y="6457200"/>
            <a:ext cx="0" cy="192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1BA3E3EE-9C41-B47C-B4DF-F3669798014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15938" y="6157420"/>
            <a:ext cx="1017249" cy="484800"/>
          </a:xfrm>
          <a:prstGeom prst="rect">
            <a:avLst/>
          </a:prstGeom>
        </p:spPr>
      </p:pic>
    </p:spTree>
    <p:extLst>
      <p:ext uri="{BB962C8B-B14F-4D97-AF65-F5344CB8AC3E}">
        <p14:creationId xmlns:p14="http://schemas.microsoft.com/office/powerpoint/2010/main" val="31592583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1.7 - 4xBullet">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556800" y="527928"/>
            <a:ext cx="11078400" cy="454205"/>
          </a:xfrm>
          <a:prstGeom prst="rect">
            <a:avLst/>
          </a:prstGeom>
        </p:spPr>
        <p:txBody>
          <a:bodyPr lIns="0" tIns="0" rIns="0" bIns="0"/>
          <a:lstStyle>
            <a:lvl1pPr marL="0" indent="0">
              <a:lnSpc>
                <a:spcPct val="100000"/>
              </a:lnSpc>
              <a:spcBef>
                <a:spcPts val="0"/>
              </a:spcBef>
              <a:buNone/>
              <a:defRPr sz="3200" baseline="0">
                <a:solidFill>
                  <a:schemeClr val="accent1"/>
                </a:solidFill>
                <a:latin typeface="Nokia Pure Headline Light" panose="020B0304020202020204" pitchFamily="34" charset="0"/>
              </a:defRPr>
            </a:lvl1pPr>
          </a:lstStyle>
          <a:p>
            <a:pPr lvl="0"/>
            <a:r>
              <a:rPr lang="en-US" noProof="0" dirty="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556800" y="1019360"/>
            <a:ext cx="11078400" cy="454205"/>
          </a:xfrm>
          <a:prstGeom prst="rect">
            <a:avLst/>
          </a:prstGeom>
        </p:spPr>
        <p:txBody>
          <a:bodyPr lIns="0" tIns="0" rIns="0" bIns="0"/>
          <a:lstStyle>
            <a:lvl1pPr marL="0" indent="0">
              <a:lnSpc>
                <a:spcPct val="100000"/>
              </a:lnSpc>
              <a:spcBef>
                <a:spcPts val="0"/>
              </a:spcBef>
              <a:buNone/>
              <a:defRPr sz="2400" baseline="0">
                <a:solidFill>
                  <a:schemeClr val="tx2"/>
                </a:solidFill>
                <a:latin typeface="Nokia Pure Headline Light" panose="020B0304020202020204" pitchFamily="34" charset="0"/>
              </a:defRPr>
            </a:lvl1pPr>
          </a:lstStyle>
          <a:p>
            <a:pPr lvl="0"/>
            <a:r>
              <a:rPr lang="en-US" noProof="0" dirty="0"/>
              <a:t>Click to edit headline</a:t>
            </a:r>
          </a:p>
        </p:txBody>
      </p:sp>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556451" y="1680000"/>
            <a:ext cx="2640000" cy="4158640"/>
          </a:xfrm>
          <a:prstGeom prst="rect">
            <a:avLst/>
          </a:prstGeom>
        </p:spPr>
        <p:txBody>
          <a:bodyPr lIns="0" tIns="0" rIns="0" bIns="0"/>
          <a:lstStyle>
            <a:lvl1pPr marL="239994" indent="-239994">
              <a:lnSpc>
                <a:spcPct val="100000"/>
              </a:lnSpc>
              <a:spcBef>
                <a:spcPts val="0"/>
              </a:spcBef>
              <a:spcAft>
                <a:spcPts val="800"/>
              </a:spcAft>
              <a:buSzPct val="70000"/>
              <a:defRPr sz="1600">
                <a:solidFill>
                  <a:schemeClr val="tx2"/>
                </a:solidFill>
              </a:defRPr>
            </a:lvl1pPr>
            <a:lvl2pPr marL="479988" indent="-239994">
              <a:lnSpc>
                <a:spcPct val="100000"/>
              </a:lnSpc>
              <a:spcBef>
                <a:spcPts val="0"/>
              </a:spcBef>
              <a:spcAft>
                <a:spcPts val="800"/>
              </a:spcAft>
              <a:buSzPct val="70000"/>
              <a:defRPr sz="1600">
                <a:solidFill>
                  <a:schemeClr val="tx2"/>
                </a:solidFill>
              </a:defRPr>
            </a:lvl2pPr>
            <a:lvl3pPr marL="719982" indent="-239994">
              <a:lnSpc>
                <a:spcPct val="100000"/>
              </a:lnSpc>
              <a:spcBef>
                <a:spcPts val="0"/>
              </a:spcBef>
              <a:spcAft>
                <a:spcPts val="800"/>
              </a:spcAft>
              <a:buSzPct val="70000"/>
              <a:defRPr sz="1600">
                <a:solidFill>
                  <a:schemeClr val="tx2"/>
                </a:solidFill>
              </a:defRPr>
            </a:lvl3pPr>
            <a:lvl4pPr marL="959976" indent="-239994">
              <a:lnSpc>
                <a:spcPct val="100000"/>
              </a:lnSpc>
              <a:spcBef>
                <a:spcPts val="0"/>
              </a:spcBef>
              <a:spcAft>
                <a:spcPts val="800"/>
              </a:spcAft>
              <a:buSzPct val="70000"/>
              <a:defRPr lang="en-US" sz="1600" kern="1200" dirty="0">
                <a:solidFill>
                  <a:schemeClr val="tx2"/>
                </a:solidFill>
                <a:latin typeface="+mn-lt"/>
                <a:ea typeface="+mn-ea"/>
                <a:cs typeface="+mn-cs"/>
              </a:defRPr>
            </a:lvl4pPr>
            <a:lvl5pPr marL="1199970" indent="-239994">
              <a:lnSpc>
                <a:spcPct val="100000"/>
              </a:lnSpc>
              <a:spcBef>
                <a:spcPts val="0"/>
              </a:spcBef>
              <a:spcAft>
                <a:spcPts val="800"/>
              </a:spcAft>
              <a:buSzPct val="70000"/>
              <a:defRPr sz="1600">
                <a:solidFill>
                  <a:schemeClr val="tx2"/>
                </a:solidFill>
              </a:defRPr>
            </a:lvl5pPr>
            <a:lvl6pPr marL="1439964" indent="-239994">
              <a:lnSpc>
                <a:spcPct val="100000"/>
              </a:lnSpc>
              <a:spcBef>
                <a:spcPts val="0"/>
              </a:spcBef>
              <a:buSzPct val="70000"/>
              <a:buFont typeface="Arial" panose="020B0604020202020204" pitchFamily="34" charset="0"/>
              <a:buChar char="•"/>
              <a:defRPr sz="1467">
                <a:solidFill>
                  <a:schemeClr val="tx2"/>
                </a:solidFill>
              </a:defRPr>
            </a:lvl6pPr>
            <a:lvl7pPr marL="1439964">
              <a:defRPr sz="16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12">
            <a:extLst>
              <a:ext uri="{FF2B5EF4-FFF2-40B4-BE49-F238E27FC236}">
                <a16:creationId xmlns:a16="http://schemas.microsoft.com/office/drawing/2014/main" id="{1BB609BD-442B-5330-C543-B4F748F8321A}"/>
              </a:ext>
            </a:extLst>
          </p:cNvPr>
          <p:cNvSpPr>
            <a:spLocks noGrp="1"/>
          </p:cNvSpPr>
          <p:nvPr>
            <p:ph type="body" sz="quarter" idx="16"/>
          </p:nvPr>
        </p:nvSpPr>
        <p:spPr>
          <a:xfrm>
            <a:off x="3368443" y="1680000"/>
            <a:ext cx="2640000" cy="4158640"/>
          </a:xfrm>
          <a:prstGeom prst="rect">
            <a:avLst/>
          </a:prstGeom>
        </p:spPr>
        <p:txBody>
          <a:bodyPr lIns="0" tIns="0" rIns="0" bIns="0"/>
          <a:lstStyle>
            <a:lvl1pPr marL="239994" indent="-239994">
              <a:lnSpc>
                <a:spcPct val="100000"/>
              </a:lnSpc>
              <a:spcBef>
                <a:spcPts val="0"/>
              </a:spcBef>
              <a:spcAft>
                <a:spcPts val="800"/>
              </a:spcAft>
              <a:buSzPct val="70000"/>
              <a:defRPr sz="1600">
                <a:solidFill>
                  <a:schemeClr val="tx2"/>
                </a:solidFill>
              </a:defRPr>
            </a:lvl1pPr>
            <a:lvl2pPr marL="479988" indent="-239994">
              <a:lnSpc>
                <a:spcPct val="100000"/>
              </a:lnSpc>
              <a:spcBef>
                <a:spcPts val="0"/>
              </a:spcBef>
              <a:spcAft>
                <a:spcPts val="800"/>
              </a:spcAft>
              <a:buSzPct val="70000"/>
              <a:defRPr sz="1600">
                <a:solidFill>
                  <a:schemeClr val="tx2"/>
                </a:solidFill>
              </a:defRPr>
            </a:lvl2pPr>
            <a:lvl3pPr marL="719982" indent="-239994">
              <a:lnSpc>
                <a:spcPct val="100000"/>
              </a:lnSpc>
              <a:spcBef>
                <a:spcPts val="0"/>
              </a:spcBef>
              <a:spcAft>
                <a:spcPts val="800"/>
              </a:spcAft>
              <a:buSzPct val="70000"/>
              <a:defRPr sz="1600">
                <a:solidFill>
                  <a:schemeClr val="tx2"/>
                </a:solidFill>
              </a:defRPr>
            </a:lvl3pPr>
            <a:lvl4pPr marL="959976" indent="-239994">
              <a:lnSpc>
                <a:spcPct val="100000"/>
              </a:lnSpc>
              <a:spcBef>
                <a:spcPts val="0"/>
              </a:spcBef>
              <a:spcAft>
                <a:spcPts val="800"/>
              </a:spcAft>
              <a:buSzPct val="70000"/>
              <a:defRPr lang="en-US" sz="1600" kern="1200" dirty="0">
                <a:solidFill>
                  <a:schemeClr val="tx2"/>
                </a:solidFill>
                <a:latin typeface="+mn-lt"/>
                <a:ea typeface="+mn-ea"/>
                <a:cs typeface="+mn-cs"/>
              </a:defRPr>
            </a:lvl4pPr>
            <a:lvl5pPr marL="1199970" indent="-239994">
              <a:lnSpc>
                <a:spcPct val="100000"/>
              </a:lnSpc>
              <a:spcBef>
                <a:spcPts val="0"/>
              </a:spcBef>
              <a:spcAft>
                <a:spcPts val="800"/>
              </a:spcAft>
              <a:buSzPct val="70000"/>
              <a:defRPr sz="1600">
                <a:solidFill>
                  <a:schemeClr val="tx2"/>
                </a:solidFill>
              </a:defRPr>
            </a:lvl5pPr>
            <a:lvl6pPr marL="1439964" indent="-239994">
              <a:lnSpc>
                <a:spcPct val="100000"/>
              </a:lnSpc>
              <a:spcBef>
                <a:spcPts val="0"/>
              </a:spcBef>
              <a:buSzPct val="70000"/>
              <a:buFont typeface="Arial" panose="020B0604020202020204" pitchFamily="34" charset="0"/>
              <a:buChar char="•"/>
              <a:defRPr sz="1467">
                <a:solidFill>
                  <a:schemeClr val="tx2"/>
                </a:solidFill>
              </a:defRPr>
            </a:lvl6pPr>
            <a:lvl7pPr marL="1439964">
              <a:defRPr sz="16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12">
            <a:extLst>
              <a:ext uri="{FF2B5EF4-FFF2-40B4-BE49-F238E27FC236}">
                <a16:creationId xmlns:a16="http://schemas.microsoft.com/office/drawing/2014/main" id="{E664E6E2-580B-C0EC-85A4-858E1F7656F4}"/>
              </a:ext>
            </a:extLst>
          </p:cNvPr>
          <p:cNvSpPr>
            <a:spLocks noGrp="1"/>
          </p:cNvSpPr>
          <p:nvPr>
            <p:ph type="body" sz="quarter" idx="17"/>
          </p:nvPr>
        </p:nvSpPr>
        <p:spPr>
          <a:xfrm>
            <a:off x="6180435" y="1680000"/>
            <a:ext cx="2640000" cy="4158640"/>
          </a:xfrm>
          <a:prstGeom prst="rect">
            <a:avLst/>
          </a:prstGeom>
        </p:spPr>
        <p:txBody>
          <a:bodyPr lIns="0" tIns="0" rIns="0" bIns="0"/>
          <a:lstStyle>
            <a:lvl1pPr marL="239994" indent="-239994">
              <a:lnSpc>
                <a:spcPct val="100000"/>
              </a:lnSpc>
              <a:spcBef>
                <a:spcPts val="0"/>
              </a:spcBef>
              <a:spcAft>
                <a:spcPts val="800"/>
              </a:spcAft>
              <a:buSzPct val="70000"/>
              <a:defRPr sz="1600">
                <a:solidFill>
                  <a:schemeClr val="tx2"/>
                </a:solidFill>
              </a:defRPr>
            </a:lvl1pPr>
            <a:lvl2pPr marL="479988" indent="-239994">
              <a:lnSpc>
                <a:spcPct val="100000"/>
              </a:lnSpc>
              <a:spcBef>
                <a:spcPts val="0"/>
              </a:spcBef>
              <a:spcAft>
                <a:spcPts val="800"/>
              </a:spcAft>
              <a:buSzPct val="70000"/>
              <a:defRPr sz="1600">
                <a:solidFill>
                  <a:schemeClr val="tx2"/>
                </a:solidFill>
              </a:defRPr>
            </a:lvl2pPr>
            <a:lvl3pPr marL="719982" indent="-239994">
              <a:lnSpc>
                <a:spcPct val="100000"/>
              </a:lnSpc>
              <a:spcBef>
                <a:spcPts val="0"/>
              </a:spcBef>
              <a:spcAft>
                <a:spcPts val="800"/>
              </a:spcAft>
              <a:buSzPct val="70000"/>
              <a:defRPr sz="1600">
                <a:solidFill>
                  <a:schemeClr val="tx2"/>
                </a:solidFill>
              </a:defRPr>
            </a:lvl3pPr>
            <a:lvl4pPr marL="959976" indent="-239994">
              <a:lnSpc>
                <a:spcPct val="100000"/>
              </a:lnSpc>
              <a:spcBef>
                <a:spcPts val="0"/>
              </a:spcBef>
              <a:spcAft>
                <a:spcPts val="800"/>
              </a:spcAft>
              <a:buSzPct val="70000"/>
              <a:defRPr lang="en-US" sz="1600" kern="1200" dirty="0">
                <a:solidFill>
                  <a:schemeClr val="tx2"/>
                </a:solidFill>
                <a:latin typeface="+mn-lt"/>
                <a:ea typeface="+mn-ea"/>
                <a:cs typeface="+mn-cs"/>
              </a:defRPr>
            </a:lvl4pPr>
            <a:lvl5pPr marL="1199970" indent="-239994">
              <a:lnSpc>
                <a:spcPct val="100000"/>
              </a:lnSpc>
              <a:spcBef>
                <a:spcPts val="0"/>
              </a:spcBef>
              <a:spcAft>
                <a:spcPts val="800"/>
              </a:spcAft>
              <a:buSzPct val="70000"/>
              <a:defRPr sz="1600">
                <a:solidFill>
                  <a:schemeClr val="tx2"/>
                </a:solidFill>
              </a:defRPr>
            </a:lvl5pPr>
            <a:lvl6pPr marL="1439964" indent="-239994">
              <a:lnSpc>
                <a:spcPct val="100000"/>
              </a:lnSpc>
              <a:spcBef>
                <a:spcPts val="0"/>
              </a:spcBef>
              <a:buSzPct val="70000"/>
              <a:buFont typeface="Arial" panose="020B0604020202020204" pitchFamily="34" charset="0"/>
              <a:buChar char="•"/>
              <a:defRPr sz="1467">
                <a:solidFill>
                  <a:schemeClr val="tx2"/>
                </a:solidFill>
              </a:defRPr>
            </a:lvl6pPr>
            <a:lvl7pPr marL="1439964">
              <a:defRPr sz="16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12">
            <a:extLst>
              <a:ext uri="{FF2B5EF4-FFF2-40B4-BE49-F238E27FC236}">
                <a16:creationId xmlns:a16="http://schemas.microsoft.com/office/drawing/2014/main" id="{9C0B71B1-8B5E-9FD1-A1AD-D5AD8A665FFB}"/>
              </a:ext>
            </a:extLst>
          </p:cNvPr>
          <p:cNvSpPr>
            <a:spLocks noGrp="1"/>
          </p:cNvSpPr>
          <p:nvPr>
            <p:ph type="body" sz="quarter" idx="18"/>
          </p:nvPr>
        </p:nvSpPr>
        <p:spPr>
          <a:xfrm>
            <a:off x="8992427" y="1680000"/>
            <a:ext cx="2640000" cy="4158640"/>
          </a:xfrm>
          <a:prstGeom prst="rect">
            <a:avLst/>
          </a:prstGeom>
        </p:spPr>
        <p:txBody>
          <a:bodyPr lIns="0" tIns="0" rIns="0" bIns="0"/>
          <a:lstStyle>
            <a:lvl1pPr marL="239994" indent="-239994">
              <a:lnSpc>
                <a:spcPct val="100000"/>
              </a:lnSpc>
              <a:spcBef>
                <a:spcPts val="0"/>
              </a:spcBef>
              <a:spcAft>
                <a:spcPts val="800"/>
              </a:spcAft>
              <a:buSzPct val="70000"/>
              <a:defRPr sz="1600">
                <a:solidFill>
                  <a:schemeClr val="tx2"/>
                </a:solidFill>
              </a:defRPr>
            </a:lvl1pPr>
            <a:lvl2pPr marL="479988" indent="-239994">
              <a:lnSpc>
                <a:spcPct val="100000"/>
              </a:lnSpc>
              <a:spcBef>
                <a:spcPts val="0"/>
              </a:spcBef>
              <a:spcAft>
                <a:spcPts val="800"/>
              </a:spcAft>
              <a:buSzPct val="70000"/>
              <a:defRPr sz="1600">
                <a:solidFill>
                  <a:schemeClr val="tx2"/>
                </a:solidFill>
              </a:defRPr>
            </a:lvl2pPr>
            <a:lvl3pPr marL="719982" indent="-239994">
              <a:lnSpc>
                <a:spcPct val="100000"/>
              </a:lnSpc>
              <a:spcBef>
                <a:spcPts val="0"/>
              </a:spcBef>
              <a:spcAft>
                <a:spcPts val="800"/>
              </a:spcAft>
              <a:buSzPct val="70000"/>
              <a:defRPr sz="1600">
                <a:solidFill>
                  <a:schemeClr val="tx2"/>
                </a:solidFill>
              </a:defRPr>
            </a:lvl3pPr>
            <a:lvl4pPr marL="959976" indent="-239994">
              <a:lnSpc>
                <a:spcPct val="100000"/>
              </a:lnSpc>
              <a:spcBef>
                <a:spcPts val="0"/>
              </a:spcBef>
              <a:spcAft>
                <a:spcPts val="800"/>
              </a:spcAft>
              <a:buSzPct val="70000"/>
              <a:defRPr lang="en-US" sz="1600" kern="1200" dirty="0">
                <a:solidFill>
                  <a:schemeClr val="tx2"/>
                </a:solidFill>
                <a:latin typeface="+mn-lt"/>
                <a:ea typeface="+mn-ea"/>
                <a:cs typeface="+mn-cs"/>
              </a:defRPr>
            </a:lvl4pPr>
            <a:lvl5pPr marL="1199970" indent="-239994">
              <a:lnSpc>
                <a:spcPct val="100000"/>
              </a:lnSpc>
              <a:spcBef>
                <a:spcPts val="0"/>
              </a:spcBef>
              <a:spcAft>
                <a:spcPts val="800"/>
              </a:spcAft>
              <a:buSzPct val="70000"/>
              <a:defRPr sz="1600">
                <a:solidFill>
                  <a:schemeClr val="tx2"/>
                </a:solidFill>
              </a:defRPr>
            </a:lvl5pPr>
            <a:lvl6pPr marL="1439964" indent="-239994">
              <a:lnSpc>
                <a:spcPct val="100000"/>
              </a:lnSpc>
              <a:spcBef>
                <a:spcPts val="0"/>
              </a:spcBef>
              <a:buSzPct val="70000"/>
              <a:buFont typeface="Arial" panose="020B0604020202020204" pitchFamily="34" charset="0"/>
              <a:buChar char="•"/>
              <a:defRPr sz="1467">
                <a:solidFill>
                  <a:schemeClr val="tx2"/>
                </a:solidFill>
              </a:defRPr>
            </a:lvl6pPr>
            <a:lvl7pPr marL="1439964">
              <a:defRPr sz="16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Box 17">
            <a:extLst>
              <a:ext uri="{FF2B5EF4-FFF2-40B4-BE49-F238E27FC236}">
                <a16:creationId xmlns:a16="http://schemas.microsoft.com/office/drawing/2014/main" id="{77523A0E-155F-824D-4618-C556416C4BCE}"/>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9" name="Slide Number Placeholder 5">
            <a:extLst>
              <a:ext uri="{FF2B5EF4-FFF2-40B4-BE49-F238E27FC236}">
                <a16:creationId xmlns:a16="http://schemas.microsoft.com/office/drawing/2014/main" id="{3DCBE36C-4C66-1188-03D3-624F2E47A387}"/>
              </a:ext>
            </a:extLst>
          </p:cNvPr>
          <p:cNvSpPr txBox="1">
            <a:spLocks/>
          </p:cNvSpPr>
          <p:nvPr userDrawn="1"/>
        </p:nvSpPr>
        <p:spPr>
          <a:xfrm>
            <a:off x="558803" y="6478009"/>
            <a:ext cx="166712"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0" name="Footer Placeholder 2">
            <a:extLst>
              <a:ext uri="{FF2B5EF4-FFF2-40B4-BE49-F238E27FC236}">
                <a16:creationId xmlns:a16="http://schemas.microsoft.com/office/drawing/2014/main" id="{45644240-BAFF-42B5-1A7E-4A3EC1F84D9D}"/>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endParaRPr lang="en-US" dirty="0"/>
          </a:p>
        </p:txBody>
      </p:sp>
      <p:cxnSp>
        <p:nvCxnSpPr>
          <p:cNvPr id="7" name="Straight Connector 6">
            <a:extLst>
              <a:ext uri="{FF2B5EF4-FFF2-40B4-BE49-F238E27FC236}">
                <a16:creationId xmlns:a16="http://schemas.microsoft.com/office/drawing/2014/main" id="{4D9F31D8-D736-3F40-0CCB-F3477F42EB94}"/>
              </a:ext>
            </a:extLst>
          </p:cNvPr>
          <p:cNvCxnSpPr>
            <a:cxnSpLocks/>
          </p:cNvCxnSpPr>
          <p:nvPr userDrawn="1"/>
        </p:nvCxnSpPr>
        <p:spPr>
          <a:xfrm>
            <a:off x="1871480" y="6457200"/>
            <a:ext cx="0" cy="192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B49A47FD-93B6-EB57-A70D-A0C3CAC53F6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15938" y="6157420"/>
            <a:ext cx="1017249" cy="484800"/>
          </a:xfrm>
          <a:prstGeom prst="rect">
            <a:avLst/>
          </a:prstGeom>
        </p:spPr>
      </p:pic>
    </p:spTree>
    <p:extLst>
      <p:ext uri="{BB962C8B-B14F-4D97-AF65-F5344CB8AC3E}">
        <p14:creationId xmlns:p14="http://schemas.microsoft.com/office/powerpoint/2010/main" val="298136694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1.8 - Numbered">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556800" y="527928"/>
            <a:ext cx="11078400" cy="454205"/>
          </a:xfrm>
          <a:prstGeom prst="rect">
            <a:avLst/>
          </a:prstGeom>
        </p:spPr>
        <p:txBody>
          <a:bodyPr lIns="0" tIns="0" rIns="0" bIns="0"/>
          <a:lstStyle>
            <a:lvl1pPr marL="0" indent="0">
              <a:lnSpc>
                <a:spcPct val="100000"/>
              </a:lnSpc>
              <a:spcBef>
                <a:spcPts val="0"/>
              </a:spcBef>
              <a:buNone/>
              <a:defRPr sz="3200" baseline="0">
                <a:solidFill>
                  <a:schemeClr val="accent1"/>
                </a:solidFill>
                <a:latin typeface="Nokia Pure Headline Light" panose="020B0304020202020204" pitchFamily="34" charset="0"/>
              </a:defRPr>
            </a:lvl1pPr>
          </a:lstStyle>
          <a:p>
            <a:pPr lvl="0"/>
            <a:r>
              <a:rPr lang="en-US" noProof="0" dirty="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556800" y="1019360"/>
            <a:ext cx="11078400" cy="454205"/>
          </a:xfrm>
          <a:prstGeom prst="rect">
            <a:avLst/>
          </a:prstGeom>
        </p:spPr>
        <p:txBody>
          <a:bodyPr lIns="0" tIns="0" rIns="0" bIns="0"/>
          <a:lstStyle>
            <a:lvl1pPr marL="0" indent="0">
              <a:lnSpc>
                <a:spcPct val="100000"/>
              </a:lnSpc>
              <a:spcBef>
                <a:spcPts val="0"/>
              </a:spcBef>
              <a:buNone/>
              <a:defRPr sz="2400" baseline="0">
                <a:solidFill>
                  <a:schemeClr val="tx2"/>
                </a:solidFill>
                <a:latin typeface="Nokia Pure Headline Light" panose="020B0304020202020204" pitchFamily="34" charset="0"/>
              </a:defRPr>
            </a:lvl1pPr>
          </a:lstStyle>
          <a:p>
            <a:pPr lvl="0"/>
            <a:r>
              <a:rPr lang="en-US" noProof="0" dirty="0"/>
              <a:t>Click to edit headline</a:t>
            </a:r>
          </a:p>
        </p:txBody>
      </p:sp>
      <p:sp>
        <p:nvSpPr>
          <p:cNvPr id="3" name="Text Placeholder 2">
            <a:extLst>
              <a:ext uri="{FF2B5EF4-FFF2-40B4-BE49-F238E27FC236}">
                <a16:creationId xmlns:a16="http://schemas.microsoft.com/office/drawing/2014/main" id="{E0427494-DD66-A478-7CF6-11C578BC21E9}"/>
              </a:ext>
            </a:extLst>
          </p:cNvPr>
          <p:cNvSpPr>
            <a:spLocks noGrp="1"/>
          </p:cNvSpPr>
          <p:nvPr>
            <p:ph type="body" sz="quarter" idx="14" hasCustomPrompt="1"/>
          </p:nvPr>
        </p:nvSpPr>
        <p:spPr>
          <a:xfrm>
            <a:off x="556800" y="1680000"/>
            <a:ext cx="11078400" cy="4158640"/>
          </a:xfrm>
          <a:prstGeom prst="rect">
            <a:avLst/>
          </a:prstGeom>
        </p:spPr>
        <p:txBody>
          <a:bodyPr lIns="0" tIns="0" rIns="0" bIns="0"/>
          <a:lstStyle>
            <a:lvl1pPr marL="304792" indent="-304792">
              <a:lnSpc>
                <a:spcPct val="100000"/>
              </a:lnSpc>
              <a:spcBef>
                <a:spcPts val="0"/>
              </a:spcBef>
              <a:spcAft>
                <a:spcPts val="800"/>
              </a:spcAft>
              <a:buFont typeface="+mj-lt"/>
              <a:buAutoNum type="arabicPeriod"/>
              <a:defRPr sz="1600">
                <a:solidFill>
                  <a:schemeClr val="tx2"/>
                </a:solidFill>
              </a:defRPr>
            </a:lvl1pPr>
            <a:lvl2pPr marL="544786" indent="-304792">
              <a:lnSpc>
                <a:spcPct val="100000"/>
              </a:lnSpc>
              <a:spcBef>
                <a:spcPts val="0"/>
              </a:spcBef>
              <a:spcAft>
                <a:spcPts val="800"/>
              </a:spcAft>
              <a:buFont typeface="+mj-lt"/>
              <a:buAutoNum type="arabicPeriod" startAt="2"/>
              <a:defRPr sz="1600">
                <a:solidFill>
                  <a:schemeClr val="tx2"/>
                </a:solidFill>
              </a:defRPr>
            </a:lvl2pPr>
            <a:lvl3pPr marL="784780" indent="-304792">
              <a:lnSpc>
                <a:spcPct val="100000"/>
              </a:lnSpc>
              <a:spcBef>
                <a:spcPts val="0"/>
              </a:spcBef>
              <a:spcAft>
                <a:spcPts val="800"/>
              </a:spcAft>
              <a:buFont typeface="+mj-lt"/>
              <a:buAutoNum type="arabicPeriod" startAt="3"/>
              <a:defRPr sz="1600">
                <a:solidFill>
                  <a:schemeClr val="tx2"/>
                </a:solidFill>
              </a:defRPr>
            </a:lvl3pPr>
            <a:lvl4pPr marL="1024774" indent="-304792">
              <a:lnSpc>
                <a:spcPct val="100000"/>
              </a:lnSpc>
              <a:spcBef>
                <a:spcPts val="0"/>
              </a:spcBef>
              <a:spcAft>
                <a:spcPts val="800"/>
              </a:spcAft>
              <a:buFont typeface="+mj-lt"/>
              <a:buAutoNum type="arabicPeriod" startAt="4"/>
              <a:defRPr sz="1600">
                <a:solidFill>
                  <a:schemeClr val="tx2"/>
                </a:solidFill>
              </a:defRPr>
            </a:lvl4pPr>
            <a:lvl5pPr marL="1276168" indent="-304792">
              <a:lnSpc>
                <a:spcPct val="100000"/>
              </a:lnSpc>
              <a:spcBef>
                <a:spcPts val="0"/>
              </a:spcBef>
              <a:spcAft>
                <a:spcPts val="800"/>
              </a:spcAft>
              <a:buFont typeface="+mj-lt"/>
              <a:buAutoNum type="arabicPeriod" startAt="5"/>
              <a:defRPr sz="1600">
                <a:solidFill>
                  <a:schemeClr val="tx2"/>
                </a:solidFill>
              </a:defRPr>
            </a:lvl5pPr>
          </a:lstStyle>
          <a:p>
            <a:pPr lvl="0"/>
            <a:r>
              <a:rPr lang="en-US" dirty="0"/>
              <a:t>Text here</a:t>
            </a:r>
          </a:p>
          <a:p>
            <a:pPr lvl="1"/>
            <a:r>
              <a:rPr lang="en-US" dirty="0"/>
              <a:t>Text here</a:t>
            </a:r>
          </a:p>
          <a:p>
            <a:pPr lvl="2"/>
            <a:r>
              <a:rPr lang="en-US" dirty="0"/>
              <a:t>Text here</a:t>
            </a:r>
          </a:p>
          <a:p>
            <a:pPr lvl="3"/>
            <a:r>
              <a:rPr lang="en-US" dirty="0"/>
              <a:t>Text here</a:t>
            </a:r>
          </a:p>
          <a:p>
            <a:pPr marL="1276168" marR="0" lvl="4" indent="-304792" algn="l" defTabSz="914377" rtl="0" eaLnBrk="1" fontAlgn="auto" latinLnBrk="0" hangingPunct="1">
              <a:lnSpc>
                <a:spcPct val="100000"/>
              </a:lnSpc>
              <a:spcBef>
                <a:spcPts val="0"/>
              </a:spcBef>
              <a:spcAft>
                <a:spcPts val="400"/>
              </a:spcAft>
              <a:buClrTx/>
              <a:buSzTx/>
              <a:tabLst/>
              <a:defRPr/>
            </a:pPr>
            <a:r>
              <a:rPr lang="en-US" dirty="0"/>
              <a:t>Text here</a:t>
            </a:r>
          </a:p>
        </p:txBody>
      </p:sp>
      <p:sp>
        <p:nvSpPr>
          <p:cNvPr id="15" name="TextBox 14">
            <a:extLst>
              <a:ext uri="{FF2B5EF4-FFF2-40B4-BE49-F238E27FC236}">
                <a16:creationId xmlns:a16="http://schemas.microsoft.com/office/drawing/2014/main" id="{2138E23A-1A2B-4FC2-057E-864010EF96E0}"/>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6" name="Slide Number Placeholder 5">
            <a:extLst>
              <a:ext uri="{FF2B5EF4-FFF2-40B4-BE49-F238E27FC236}">
                <a16:creationId xmlns:a16="http://schemas.microsoft.com/office/drawing/2014/main" id="{5417762A-54B1-36A8-F29E-69737B3F61FF}"/>
              </a:ext>
            </a:extLst>
          </p:cNvPr>
          <p:cNvSpPr txBox="1">
            <a:spLocks/>
          </p:cNvSpPr>
          <p:nvPr userDrawn="1"/>
        </p:nvSpPr>
        <p:spPr>
          <a:xfrm>
            <a:off x="558803" y="6478009"/>
            <a:ext cx="166712"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7" name="Footer Placeholder 2">
            <a:extLst>
              <a:ext uri="{FF2B5EF4-FFF2-40B4-BE49-F238E27FC236}">
                <a16:creationId xmlns:a16="http://schemas.microsoft.com/office/drawing/2014/main" id="{395D9105-CDC3-7AF1-1035-8F0BB27B989E}"/>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endParaRPr lang="en-US" dirty="0"/>
          </a:p>
        </p:txBody>
      </p:sp>
      <p:cxnSp>
        <p:nvCxnSpPr>
          <p:cNvPr id="5" name="Straight Connector 4">
            <a:extLst>
              <a:ext uri="{FF2B5EF4-FFF2-40B4-BE49-F238E27FC236}">
                <a16:creationId xmlns:a16="http://schemas.microsoft.com/office/drawing/2014/main" id="{24ADFAB0-E92F-AF45-4455-844002CB37C2}"/>
              </a:ext>
            </a:extLst>
          </p:cNvPr>
          <p:cNvCxnSpPr>
            <a:cxnSpLocks/>
          </p:cNvCxnSpPr>
          <p:nvPr userDrawn="1"/>
        </p:nvCxnSpPr>
        <p:spPr>
          <a:xfrm>
            <a:off x="1871480" y="6457200"/>
            <a:ext cx="0" cy="192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B5B94D71-DD87-F678-64B4-D035E2C9D94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15938" y="6157420"/>
            <a:ext cx="1017249" cy="484800"/>
          </a:xfrm>
          <a:prstGeom prst="rect">
            <a:avLst/>
          </a:prstGeom>
        </p:spPr>
      </p:pic>
    </p:spTree>
    <p:extLst>
      <p:ext uri="{BB962C8B-B14F-4D97-AF65-F5344CB8AC3E}">
        <p14:creationId xmlns:p14="http://schemas.microsoft.com/office/powerpoint/2010/main" val="386946046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1.9 - Title">
    <p:spTree>
      <p:nvGrpSpPr>
        <p:cNvPr id="1" name=""/>
        <p:cNvGrpSpPr/>
        <p:nvPr/>
      </p:nvGrpSpPr>
      <p:grpSpPr>
        <a:xfrm>
          <a:off x="0" y="0"/>
          <a:ext cx="0" cy="0"/>
          <a:chOff x="0" y="0"/>
          <a:chExt cx="0" cy="0"/>
        </a:xfrm>
      </p:grpSpPr>
      <p:sp>
        <p:nvSpPr>
          <p:cNvPr id="5" name="Text Placeholder 42">
            <a:extLst>
              <a:ext uri="{FF2B5EF4-FFF2-40B4-BE49-F238E27FC236}">
                <a16:creationId xmlns:a16="http://schemas.microsoft.com/office/drawing/2014/main" id="{4B403941-CFEA-9A2F-6625-4961A6C63DBE}"/>
              </a:ext>
            </a:extLst>
          </p:cNvPr>
          <p:cNvSpPr>
            <a:spLocks noGrp="1"/>
          </p:cNvSpPr>
          <p:nvPr>
            <p:ph type="body" sz="quarter" idx="11" hasCustomPrompt="1"/>
          </p:nvPr>
        </p:nvSpPr>
        <p:spPr>
          <a:xfrm>
            <a:off x="556800" y="1440000"/>
            <a:ext cx="11078400" cy="2347335"/>
          </a:xfrm>
          <a:prstGeom prst="rect">
            <a:avLst/>
          </a:prstGeom>
        </p:spPr>
        <p:txBody>
          <a:bodyPr lIns="0" tIns="0" rIns="0" bIns="0"/>
          <a:lstStyle>
            <a:lvl1pPr marL="0" indent="0">
              <a:buNone/>
              <a:defRPr sz="7200" baseline="0">
                <a:solidFill>
                  <a:schemeClr val="accent1"/>
                </a:solidFill>
                <a:latin typeface="Nokia Pure Headline Ultra Light" panose="020B0204020202020204" pitchFamily="34" charset="0"/>
              </a:defRPr>
            </a:lvl1pPr>
          </a:lstStyle>
          <a:p>
            <a:pPr lvl="0"/>
            <a:r>
              <a:rPr lang="en-US" dirty="0"/>
              <a:t>Click to edit headline</a:t>
            </a:r>
          </a:p>
        </p:txBody>
      </p:sp>
      <p:sp>
        <p:nvSpPr>
          <p:cNvPr id="9" name="TextBox 8">
            <a:extLst>
              <a:ext uri="{FF2B5EF4-FFF2-40B4-BE49-F238E27FC236}">
                <a16:creationId xmlns:a16="http://schemas.microsoft.com/office/drawing/2014/main" id="{84AB3D1D-D95D-CC81-FF15-1A1F6BE049F4}"/>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4" name="Slide Number Placeholder 5">
            <a:extLst>
              <a:ext uri="{FF2B5EF4-FFF2-40B4-BE49-F238E27FC236}">
                <a16:creationId xmlns:a16="http://schemas.microsoft.com/office/drawing/2014/main" id="{AD043C3F-DBA3-47D4-A317-9E02DADB3E07}"/>
              </a:ext>
            </a:extLst>
          </p:cNvPr>
          <p:cNvSpPr txBox="1">
            <a:spLocks/>
          </p:cNvSpPr>
          <p:nvPr userDrawn="1"/>
        </p:nvSpPr>
        <p:spPr>
          <a:xfrm>
            <a:off x="558803" y="6478009"/>
            <a:ext cx="166712"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5" name="Footer Placeholder 2">
            <a:extLst>
              <a:ext uri="{FF2B5EF4-FFF2-40B4-BE49-F238E27FC236}">
                <a16:creationId xmlns:a16="http://schemas.microsoft.com/office/drawing/2014/main" id="{97253B20-AD10-1261-4A70-76072ED4044B}"/>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endParaRPr lang="en-US" dirty="0"/>
          </a:p>
        </p:txBody>
      </p:sp>
      <p:sp>
        <p:nvSpPr>
          <p:cNvPr id="3" name="Text Placeholder 42">
            <a:extLst>
              <a:ext uri="{FF2B5EF4-FFF2-40B4-BE49-F238E27FC236}">
                <a16:creationId xmlns:a16="http://schemas.microsoft.com/office/drawing/2014/main" id="{31386DAF-78F1-64A8-A51B-3B6BA0A20C91}"/>
              </a:ext>
            </a:extLst>
          </p:cNvPr>
          <p:cNvSpPr>
            <a:spLocks noGrp="1"/>
          </p:cNvSpPr>
          <p:nvPr>
            <p:ph type="body" sz="quarter" idx="12"/>
          </p:nvPr>
        </p:nvSpPr>
        <p:spPr>
          <a:xfrm>
            <a:off x="556800" y="4215295"/>
            <a:ext cx="11078400" cy="1477960"/>
          </a:xfrm>
          <a:prstGeom prst="rect">
            <a:avLst/>
          </a:prstGeom>
        </p:spPr>
        <p:txBody>
          <a:bodyPr lIns="0" tIns="0" rIns="0" bIns="0"/>
          <a:lstStyle>
            <a:lvl1pPr marL="0" indent="0">
              <a:buNone/>
              <a:defRPr sz="2133" baseline="0">
                <a:solidFill>
                  <a:schemeClr val="accent1"/>
                </a:solidFill>
                <a:latin typeface="Nokia Pure Text Light" panose="020B0403020202020204" pitchFamily="34" charset="0"/>
                <a:ea typeface="Nokia Pure Text Light" panose="020B0403020202020204" pitchFamily="34" charset="0"/>
              </a:defRPr>
            </a:lvl1pPr>
          </a:lstStyle>
          <a:p>
            <a:pPr lvl="0"/>
            <a:r>
              <a:rPr lang="en-US"/>
              <a:t>Click to edit Master text styles</a:t>
            </a:r>
          </a:p>
        </p:txBody>
      </p:sp>
      <p:cxnSp>
        <p:nvCxnSpPr>
          <p:cNvPr id="2" name="Straight Connector 1">
            <a:extLst>
              <a:ext uri="{FF2B5EF4-FFF2-40B4-BE49-F238E27FC236}">
                <a16:creationId xmlns:a16="http://schemas.microsoft.com/office/drawing/2014/main" id="{5CADB226-B627-BBD6-7EB8-1DA5C64DFCB0}"/>
              </a:ext>
            </a:extLst>
          </p:cNvPr>
          <p:cNvCxnSpPr>
            <a:cxnSpLocks/>
          </p:cNvCxnSpPr>
          <p:nvPr userDrawn="1"/>
        </p:nvCxnSpPr>
        <p:spPr>
          <a:xfrm>
            <a:off x="1871480" y="6457200"/>
            <a:ext cx="0" cy="192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AF2BAE24-B30D-BC52-2097-B18B4F8D686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15938" y="6157420"/>
            <a:ext cx="1017249" cy="484800"/>
          </a:xfrm>
          <a:prstGeom prst="rect">
            <a:avLst/>
          </a:prstGeom>
        </p:spPr>
      </p:pic>
    </p:spTree>
    <p:extLst>
      <p:ext uri="{BB962C8B-B14F-4D97-AF65-F5344CB8AC3E}">
        <p14:creationId xmlns:p14="http://schemas.microsoft.com/office/powerpoint/2010/main" val="227280448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2.1 - Bullet 1/2 image">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556799" y="527928"/>
            <a:ext cx="5051868" cy="454205"/>
          </a:xfrm>
          <a:prstGeom prst="rect">
            <a:avLst/>
          </a:prstGeom>
        </p:spPr>
        <p:txBody>
          <a:bodyPr lIns="0" tIns="0" rIns="0" bIns="0"/>
          <a:lstStyle>
            <a:lvl1pPr marL="0" indent="0">
              <a:lnSpc>
                <a:spcPct val="100000"/>
              </a:lnSpc>
              <a:spcBef>
                <a:spcPts val="0"/>
              </a:spcBef>
              <a:buNone/>
              <a:defRPr sz="3200" baseline="0">
                <a:solidFill>
                  <a:schemeClr val="accent1"/>
                </a:solidFill>
                <a:latin typeface="Nokia Pure Headline Light" panose="020B0304020202020204" pitchFamily="34" charset="0"/>
              </a:defRPr>
            </a:lvl1pPr>
          </a:lstStyle>
          <a:p>
            <a:pPr lvl="0"/>
            <a:r>
              <a:rPr lang="en-US" noProof="0" dirty="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556799" y="1019360"/>
            <a:ext cx="5051868" cy="454205"/>
          </a:xfrm>
          <a:prstGeom prst="rect">
            <a:avLst/>
          </a:prstGeom>
        </p:spPr>
        <p:txBody>
          <a:bodyPr lIns="0" tIns="0" rIns="0" bIns="0"/>
          <a:lstStyle>
            <a:lvl1pPr marL="0" indent="0">
              <a:lnSpc>
                <a:spcPct val="100000"/>
              </a:lnSpc>
              <a:spcBef>
                <a:spcPts val="0"/>
              </a:spcBef>
              <a:buNone/>
              <a:defRPr sz="2400" baseline="0">
                <a:solidFill>
                  <a:schemeClr val="tx2"/>
                </a:solidFill>
                <a:latin typeface="Nokia Pure Headline Light" panose="020B0304020202020204" pitchFamily="34" charset="0"/>
              </a:defRPr>
            </a:lvl1pPr>
          </a:lstStyle>
          <a:p>
            <a:pPr lvl="0"/>
            <a:r>
              <a:rPr lang="en-US" noProof="0" dirty="0"/>
              <a:t>Click to edit headline</a:t>
            </a:r>
          </a:p>
        </p:txBody>
      </p:sp>
      <p:sp>
        <p:nvSpPr>
          <p:cNvPr id="3" name="Picture Placeholder 2">
            <a:extLst>
              <a:ext uri="{FF2B5EF4-FFF2-40B4-BE49-F238E27FC236}">
                <a16:creationId xmlns:a16="http://schemas.microsoft.com/office/drawing/2014/main" id="{3B55B4CC-0221-F230-3980-88D8952F693A}"/>
              </a:ext>
            </a:extLst>
          </p:cNvPr>
          <p:cNvSpPr>
            <a:spLocks noGrp="1"/>
          </p:cNvSpPr>
          <p:nvPr>
            <p:ph type="pic" sz="quarter" idx="15" hasCustomPrompt="1"/>
          </p:nvPr>
        </p:nvSpPr>
        <p:spPr>
          <a:xfrm>
            <a:off x="6096001" y="0"/>
            <a:ext cx="6096001" cy="6858000"/>
          </a:xfrm>
          <a:prstGeom prst="rect">
            <a:avLst/>
          </a:prstGeom>
          <a:solidFill>
            <a:schemeClr val="tx2"/>
          </a:solidFill>
        </p:spPr>
        <p:txBody>
          <a:bodyPr/>
          <a:lstStyle>
            <a:lvl1pPr marL="0" indent="0">
              <a:buNone/>
              <a:defRPr sz="1333">
                <a:solidFill>
                  <a:schemeClr val="bg1"/>
                </a:solidFill>
              </a:defRPr>
            </a:lvl1pPr>
          </a:lstStyle>
          <a:p>
            <a:r>
              <a:rPr lang="en-US" dirty="0"/>
              <a:t>Click to add picture</a:t>
            </a:r>
          </a:p>
        </p:txBody>
      </p:sp>
      <p:sp>
        <p:nvSpPr>
          <p:cNvPr id="8" name="Text Placeholder 12">
            <a:extLst>
              <a:ext uri="{FF2B5EF4-FFF2-40B4-BE49-F238E27FC236}">
                <a16:creationId xmlns:a16="http://schemas.microsoft.com/office/drawing/2014/main" id="{E6285CBB-8652-0F93-9BFF-BDE646DC1516}"/>
              </a:ext>
            </a:extLst>
          </p:cNvPr>
          <p:cNvSpPr>
            <a:spLocks noGrp="1"/>
          </p:cNvSpPr>
          <p:nvPr>
            <p:ph type="body" sz="quarter" idx="14"/>
          </p:nvPr>
        </p:nvSpPr>
        <p:spPr>
          <a:xfrm>
            <a:off x="556451" y="1680000"/>
            <a:ext cx="5051868" cy="4389120"/>
          </a:xfrm>
          <a:prstGeom prst="rect">
            <a:avLst/>
          </a:prstGeom>
        </p:spPr>
        <p:txBody>
          <a:bodyPr lIns="0" tIns="0" rIns="0" bIns="0"/>
          <a:lstStyle>
            <a:lvl1pPr marL="239994" indent="-239994">
              <a:lnSpc>
                <a:spcPct val="100000"/>
              </a:lnSpc>
              <a:spcBef>
                <a:spcPts val="0"/>
              </a:spcBef>
              <a:spcAft>
                <a:spcPts val="800"/>
              </a:spcAft>
              <a:buSzPct val="70000"/>
              <a:defRPr sz="1600">
                <a:solidFill>
                  <a:schemeClr val="tx2"/>
                </a:solidFill>
              </a:defRPr>
            </a:lvl1pPr>
            <a:lvl2pPr marL="479988" indent="-239994">
              <a:lnSpc>
                <a:spcPct val="100000"/>
              </a:lnSpc>
              <a:spcBef>
                <a:spcPts val="0"/>
              </a:spcBef>
              <a:spcAft>
                <a:spcPts val="800"/>
              </a:spcAft>
              <a:buSzPct val="70000"/>
              <a:defRPr sz="1600">
                <a:solidFill>
                  <a:schemeClr val="tx2"/>
                </a:solidFill>
              </a:defRPr>
            </a:lvl2pPr>
            <a:lvl3pPr marL="719982" indent="-239994">
              <a:lnSpc>
                <a:spcPct val="100000"/>
              </a:lnSpc>
              <a:spcBef>
                <a:spcPts val="0"/>
              </a:spcBef>
              <a:spcAft>
                <a:spcPts val="800"/>
              </a:spcAft>
              <a:buSzPct val="70000"/>
              <a:defRPr sz="1600">
                <a:solidFill>
                  <a:schemeClr val="tx2"/>
                </a:solidFill>
              </a:defRPr>
            </a:lvl3pPr>
            <a:lvl4pPr marL="959976" indent="-239994">
              <a:lnSpc>
                <a:spcPct val="100000"/>
              </a:lnSpc>
              <a:spcBef>
                <a:spcPts val="0"/>
              </a:spcBef>
              <a:spcAft>
                <a:spcPts val="800"/>
              </a:spcAft>
              <a:buSzPct val="70000"/>
              <a:defRPr sz="1600">
                <a:solidFill>
                  <a:schemeClr val="tx2"/>
                </a:solidFill>
              </a:defRPr>
            </a:lvl4pPr>
            <a:lvl5pPr marL="1199970" indent="-239994">
              <a:lnSpc>
                <a:spcPct val="100000"/>
              </a:lnSpc>
              <a:spcBef>
                <a:spcPts val="0"/>
              </a:spcBef>
              <a:spcAft>
                <a:spcPts val="800"/>
              </a:spcAft>
              <a:buSzPct val="70000"/>
              <a:defRPr sz="16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Box 19">
            <a:extLst>
              <a:ext uri="{FF2B5EF4-FFF2-40B4-BE49-F238E27FC236}">
                <a16:creationId xmlns:a16="http://schemas.microsoft.com/office/drawing/2014/main" id="{972230E8-8C3E-FACC-BB83-0BEB16548E55}"/>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21" name="Slide Number Placeholder 5">
            <a:extLst>
              <a:ext uri="{FF2B5EF4-FFF2-40B4-BE49-F238E27FC236}">
                <a16:creationId xmlns:a16="http://schemas.microsoft.com/office/drawing/2014/main" id="{FFD06BD2-8C82-3A42-EA94-1DAD5F04366A}"/>
              </a:ext>
            </a:extLst>
          </p:cNvPr>
          <p:cNvSpPr txBox="1">
            <a:spLocks/>
          </p:cNvSpPr>
          <p:nvPr userDrawn="1"/>
        </p:nvSpPr>
        <p:spPr>
          <a:xfrm>
            <a:off x="558803" y="6478009"/>
            <a:ext cx="166712"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2" name="Footer Placeholder 2">
            <a:extLst>
              <a:ext uri="{FF2B5EF4-FFF2-40B4-BE49-F238E27FC236}">
                <a16:creationId xmlns:a16="http://schemas.microsoft.com/office/drawing/2014/main" id="{30DEAEC4-E0F3-9FCE-BAAF-FDB63BC5E69D}"/>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endParaRPr lang="en-US" dirty="0"/>
          </a:p>
        </p:txBody>
      </p:sp>
      <p:cxnSp>
        <p:nvCxnSpPr>
          <p:cNvPr id="2" name="Straight Connector 1">
            <a:extLst>
              <a:ext uri="{FF2B5EF4-FFF2-40B4-BE49-F238E27FC236}">
                <a16:creationId xmlns:a16="http://schemas.microsoft.com/office/drawing/2014/main" id="{5D565AE1-FFB9-F818-A049-8B78F88E1A72}"/>
              </a:ext>
            </a:extLst>
          </p:cNvPr>
          <p:cNvCxnSpPr>
            <a:cxnSpLocks/>
          </p:cNvCxnSpPr>
          <p:nvPr userDrawn="1"/>
        </p:nvCxnSpPr>
        <p:spPr>
          <a:xfrm>
            <a:off x="1871480" y="6457200"/>
            <a:ext cx="0" cy="192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pic>
        <p:nvPicPr>
          <p:cNvPr id="7" name="Picture 6" descr="Icon&#10;&#10;Description automatically generated">
            <a:extLst>
              <a:ext uri="{FF2B5EF4-FFF2-40B4-BE49-F238E27FC236}">
                <a16:creationId xmlns:a16="http://schemas.microsoft.com/office/drawing/2014/main" id="{A085E30A-61AE-B001-F7D8-D230C549371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15937" y="6157420"/>
            <a:ext cx="1017249" cy="484800"/>
          </a:xfrm>
          <a:prstGeom prst="rect">
            <a:avLst/>
          </a:prstGeom>
        </p:spPr>
      </p:pic>
    </p:spTree>
    <p:extLst>
      <p:ext uri="{BB962C8B-B14F-4D97-AF65-F5344CB8AC3E}">
        <p14:creationId xmlns:p14="http://schemas.microsoft.com/office/powerpoint/2010/main" val="242420900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2.2 - Bullet 2/3 imag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3B55B4CC-0221-F230-3980-88D8952F693A}"/>
              </a:ext>
            </a:extLst>
          </p:cNvPr>
          <p:cNvSpPr>
            <a:spLocks noGrp="1"/>
          </p:cNvSpPr>
          <p:nvPr>
            <p:ph type="pic" sz="quarter" idx="15" hasCustomPrompt="1"/>
          </p:nvPr>
        </p:nvSpPr>
        <p:spPr>
          <a:xfrm>
            <a:off x="4128000" y="0"/>
            <a:ext cx="8064000" cy="6858000"/>
          </a:xfrm>
          <a:prstGeom prst="rect">
            <a:avLst/>
          </a:prstGeom>
          <a:solidFill>
            <a:schemeClr val="tx2"/>
          </a:solidFill>
        </p:spPr>
        <p:txBody>
          <a:bodyPr/>
          <a:lstStyle>
            <a:lvl1pPr marL="0" indent="0">
              <a:buNone/>
              <a:defRPr sz="1333">
                <a:solidFill>
                  <a:schemeClr val="bg1"/>
                </a:solidFill>
              </a:defRPr>
            </a:lvl1pPr>
          </a:lstStyle>
          <a:p>
            <a:r>
              <a:rPr lang="en-US" dirty="0"/>
              <a:t>Click to add picture</a:t>
            </a:r>
          </a:p>
        </p:txBody>
      </p:sp>
      <p:sp>
        <p:nvSpPr>
          <p:cNvPr id="5" name="Text Placeholder 42">
            <a:extLst>
              <a:ext uri="{FF2B5EF4-FFF2-40B4-BE49-F238E27FC236}">
                <a16:creationId xmlns:a16="http://schemas.microsoft.com/office/drawing/2014/main" id="{E5C0F96B-575B-3032-1D03-A5D0D7313FCB}"/>
              </a:ext>
            </a:extLst>
          </p:cNvPr>
          <p:cNvSpPr>
            <a:spLocks noGrp="1"/>
          </p:cNvSpPr>
          <p:nvPr>
            <p:ph type="body" sz="quarter" idx="12"/>
          </p:nvPr>
        </p:nvSpPr>
        <p:spPr>
          <a:xfrm>
            <a:off x="556801" y="527928"/>
            <a:ext cx="3202748" cy="454205"/>
          </a:xfrm>
          <a:prstGeom prst="rect">
            <a:avLst/>
          </a:prstGeom>
        </p:spPr>
        <p:txBody>
          <a:bodyPr lIns="0" tIns="0" rIns="0" bIns="0"/>
          <a:lstStyle>
            <a:lvl1pPr marL="0" indent="0">
              <a:lnSpc>
                <a:spcPct val="100000"/>
              </a:lnSpc>
              <a:spcBef>
                <a:spcPts val="0"/>
              </a:spcBef>
              <a:buNone/>
              <a:defRPr sz="3200" baseline="0">
                <a:solidFill>
                  <a:schemeClr val="accent1"/>
                </a:solidFill>
                <a:latin typeface="Nokia Pure Headline Light" panose="020B0304020202020204" pitchFamily="34" charset="0"/>
              </a:defRPr>
            </a:lvl1pPr>
          </a:lstStyle>
          <a:p>
            <a:pPr lvl="0"/>
            <a:r>
              <a:rPr lang="en-US" noProof="0"/>
              <a:t>Click to edit Master text styles</a:t>
            </a:r>
          </a:p>
        </p:txBody>
      </p:sp>
      <p:sp>
        <p:nvSpPr>
          <p:cNvPr id="7" name="Text Placeholder 42">
            <a:extLst>
              <a:ext uri="{FF2B5EF4-FFF2-40B4-BE49-F238E27FC236}">
                <a16:creationId xmlns:a16="http://schemas.microsoft.com/office/drawing/2014/main" id="{171D37E4-D2E3-6D25-9C68-18D40EF22BCE}"/>
              </a:ext>
            </a:extLst>
          </p:cNvPr>
          <p:cNvSpPr>
            <a:spLocks noGrp="1"/>
          </p:cNvSpPr>
          <p:nvPr>
            <p:ph type="body" sz="quarter" idx="13" hasCustomPrompt="1"/>
          </p:nvPr>
        </p:nvSpPr>
        <p:spPr>
          <a:xfrm>
            <a:off x="556801" y="1019360"/>
            <a:ext cx="3202748" cy="454205"/>
          </a:xfrm>
          <a:prstGeom prst="rect">
            <a:avLst/>
          </a:prstGeom>
        </p:spPr>
        <p:txBody>
          <a:bodyPr lIns="0" tIns="0" rIns="0" bIns="0"/>
          <a:lstStyle>
            <a:lvl1pPr marL="0" indent="0">
              <a:lnSpc>
                <a:spcPct val="100000"/>
              </a:lnSpc>
              <a:spcBef>
                <a:spcPts val="0"/>
              </a:spcBef>
              <a:buNone/>
              <a:defRPr sz="2400" baseline="0">
                <a:solidFill>
                  <a:schemeClr val="tx2"/>
                </a:solidFill>
                <a:latin typeface="Nokia Pure Headline Light" panose="020B0304020202020204" pitchFamily="34" charset="0"/>
              </a:defRPr>
            </a:lvl1pPr>
          </a:lstStyle>
          <a:p>
            <a:pPr lvl="0"/>
            <a:r>
              <a:rPr lang="en-US" noProof="0" dirty="0"/>
              <a:t>Click to edit headline</a:t>
            </a:r>
          </a:p>
        </p:txBody>
      </p:sp>
      <p:sp>
        <p:nvSpPr>
          <p:cNvPr id="10" name="Text Placeholder 12">
            <a:extLst>
              <a:ext uri="{FF2B5EF4-FFF2-40B4-BE49-F238E27FC236}">
                <a16:creationId xmlns:a16="http://schemas.microsoft.com/office/drawing/2014/main" id="{235DB99C-EDCB-D6C3-2083-649EBE85053E}"/>
              </a:ext>
            </a:extLst>
          </p:cNvPr>
          <p:cNvSpPr>
            <a:spLocks noGrp="1"/>
          </p:cNvSpPr>
          <p:nvPr>
            <p:ph type="body" sz="quarter" idx="14"/>
          </p:nvPr>
        </p:nvSpPr>
        <p:spPr>
          <a:xfrm>
            <a:off x="556453" y="1680000"/>
            <a:ext cx="3202748" cy="4389120"/>
          </a:xfrm>
          <a:prstGeom prst="rect">
            <a:avLst/>
          </a:prstGeom>
        </p:spPr>
        <p:txBody>
          <a:bodyPr lIns="0" tIns="0" rIns="0" bIns="0"/>
          <a:lstStyle>
            <a:lvl1pPr marL="239994" indent="-239994">
              <a:lnSpc>
                <a:spcPct val="100000"/>
              </a:lnSpc>
              <a:spcBef>
                <a:spcPts val="0"/>
              </a:spcBef>
              <a:spcAft>
                <a:spcPts val="800"/>
              </a:spcAft>
              <a:buSzPct val="70000"/>
              <a:defRPr sz="1600">
                <a:solidFill>
                  <a:schemeClr val="tx2"/>
                </a:solidFill>
              </a:defRPr>
            </a:lvl1pPr>
            <a:lvl2pPr marL="479988" indent="-239994">
              <a:lnSpc>
                <a:spcPct val="100000"/>
              </a:lnSpc>
              <a:spcBef>
                <a:spcPts val="0"/>
              </a:spcBef>
              <a:spcAft>
                <a:spcPts val="800"/>
              </a:spcAft>
              <a:buSzPct val="70000"/>
              <a:defRPr sz="1600">
                <a:solidFill>
                  <a:schemeClr val="tx2"/>
                </a:solidFill>
              </a:defRPr>
            </a:lvl2pPr>
            <a:lvl3pPr marL="719982" indent="-239994">
              <a:lnSpc>
                <a:spcPct val="100000"/>
              </a:lnSpc>
              <a:spcBef>
                <a:spcPts val="0"/>
              </a:spcBef>
              <a:spcAft>
                <a:spcPts val="800"/>
              </a:spcAft>
              <a:buSzPct val="70000"/>
              <a:defRPr sz="1600">
                <a:solidFill>
                  <a:schemeClr val="tx2"/>
                </a:solidFill>
              </a:defRPr>
            </a:lvl3pPr>
            <a:lvl4pPr marL="959976" indent="-239994">
              <a:lnSpc>
                <a:spcPct val="100000"/>
              </a:lnSpc>
              <a:spcBef>
                <a:spcPts val="0"/>
              </a:spcBef>
              <a:spcAft>
                <a:spcPts val="800"/>
              </a:spcAft>
              <a:buSzPct val="70000"/>
              <a:defRPr sz="1600">
                <a:solidFill>
                  <a:schemeClr val="tx2"/>
                </a:solidFill>
              </a:defRPr>
            </a:lvl4pPr>
            <a:lvl5pPr marL="1199970" indent="-239994">
              <a:lnSpc>
                <a:spcPct val="100000"/>
              </a:lnSpc>
              <a:spcBef>
                <a:spcPts val="0"/>
              </a:spcBef>
              <a:spcAft>
                <a:spcPts val="800"/>
              </a:spcAft>
              <a:buSzPct val="70000"/>
              <a:defRPr sz="16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Box 11">
            <a:extLst>
              <a:ext uri="{FF2B5EF4-FFF2-40B4-BE49-F238E27FC236}">
                <a16:creationId xmlns:a16="http://schemas.microsoft.com/office/drawing/2014/main" id="{6A434747-CAC6-E3AB-43A2-737599B9350F}"/>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3" name="Slide Number Placeholder 5">
            <a:extLst>
              <a:ext uri="{FF2B5EF4-FFF2-40B4-BE49-F238E27FC236}">
                <a16:creationId xmlns:a16="http://schemas.microsoft.com/office/drawing/2014/main" id="{F408B049-B5A6-319C-6604-4CB974379CE7}"/>
              </a:ext>
            </a:extLst>
          </p:cNvPr>
          <p:cNvSpPr txBox="1">
            <a:spLocks/>
          </p:cNvSpPr>
          <p:nvPr userDrawn="1"/>
        </p:nvSpPr>
        <p:spPr>
          <a:xfrm>
            <a:off x="558803" y="6478009"/>
            <a:ext cx="166712"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8" name="Footer Placeholder 2">
            <a:extLst>
              <a:ext uri="{FF2B5EF4-FFF2-40B4-BE49-F238E27FC236}">
                <a16:creationId xmlns:a16="http://schemas.microsoft.com/office/drawing/2014/main" id="{E6BE57E5-418C-3CAD-E431-901873F59373}"/>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endParaRPr lang="en-US" dirty="0"/>
          </a:p>
        </p:txBody>
      </p:sp>
      <p:cxnSp>
        <p:nvCxnSpPr>
          <p:cNvPr id="2" name="Straight Connector 1">
            <a:extLst>
              <a:ext uri="{FF2B5EF4-FFF2-40B4-BE49-F238E27FC236}">
                <a16:creationId xmlns:a16="http://schemas.microsoft.com/office/drawing/2014/main" id="{720F67F4-E179-4A8C-BB98-2D3CE7469D0E}"/>
              </a:ext>
            </a:extLst>
          </p:cNvPr>
          <p:cNvCxnSpPr>
            <a:cxnSpLocks/>
          </p:cNvCxnSpPr>
          <p:nvPr userDrawn="1"/>
        </p:nvCxnSpPr>
        <p:spPr>
          <a:xfrm>
            <a:off x="1871480" y="6457200"/>
            <a:ext cx="0" cy="192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pic>
        <p:nvPicPr>
          <p:cNvPr id="6" name="Picture 5" descr="Icon&#10;&#10;Description automatically generated">
            <a:extLst>
              <a:ext uri="{FF2B5EF4-FFF2-40B4-BE49-F238E27FC236}">
                <a16:creationId xmlns:a16="http://schemas.microsoft.com/office/drawing/2014/main" id="{CE52B735-4F48-8C73-12DC-5B71C0FDAD2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15937" y="6157420"/>
            <a:ext cx="1017249" cy="484800"/>
          </a:xfrm>
          <a:prstGeom prst="rect">
            <a:avLst/>
          </a:prstGeom>
        </p:spPr>
      </p:pic>
    </p:spTree>
    <p:extLst>
      <p:ext uri="{BB962C8B-B14F-4D97-AF65-F5344CB8AC3E}">
        <p14:creationId xmlns:p14="http://schemas.microsoft.com/office/powerpoint/2010/main" val="274931935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2.3 - Bullet 1/2 dar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1B0A98-E900-A313-EA54-FE650CDD9251}"/>
              </a:ext>
            </a:extLst>
          </p:cNvPr>
          <p:cNvSpPr/>
          <p:nvPr userDrawn="1"/>
        </p:nvSpPr>
        <p:spPr>
          <a:xfrm>
            <a:off x="6096001" y="0"/>
            <a:ext cx="6095999"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00" tIns="96000" rIns="96000" bIns="96000" numCol="1" spcCol="0" rtlCol="0" fromWordArt="0" anchor="t" anchorCtr="0" forceAA="0" compatLnSpc="1">
            <a:prstTxWarp prst="textNoShape">
              <a:avLst/>
            </a:prstTxWarp>
            <a:noAutofit/>
          </a:bodyPr>
          <a:lstStyle/>
          <a:p>
            <a:pPr algn="l">
              <a:spcAft>
                <a:spcPts val="400"/>
              </a:spcAft>
              <a:buSzPct val="100000"/>
            </a:pPr>
            <a:endParaRPr lang="en-US" sz="1600" dirty="0">
              <a:solidFill>
                <a:schemeClr val="bg1"/>
              </a:solidFill>
            </a:endParaRPr>
          </a:p>
        </p:txBody>
      </p:sp>
      <p:sp>
        <p:nvSpPr>
          <p:cNvPr id="3" name="Text Placeholder 42">
            <a:extLst>
              <a:ext uri="{FF2B5EF4-FFF2-40B4-BE49-F238E27FC236}">
                <a16:creationId xmlns:a16="http://schemas.microsoft.com/office/drawing/2014/main" id="{D45B54C3-1D2D-9E4E-D404-A3087EA115CF}"/>
              </a:ext>
            </a:extLst>
          </p:cNvPr>
          <p:cNvSpPr>
            <a:spLocks noGrp="1"/>
          </p:cNvSpPr>
          <p:nvPr>
            <p:ph type="body" sz="quarter" idx="12" hasCustomPrompt="1"/>
          </p:nvPr>
        </p:nvSpPr>
        <p:spPr>
          <a:xfrm>
            <a:off x="556799" y="527928"/>
            <a:ext cx="5051868" cy="454205"/>
          </a:xfrm>
          <a:prstGeom prst="rect">
            <a:avLst/>
          </a:prstGeom>
        </p:spPr>
        <p:txBody>
          <a:bodyPr lIns="0" tIns="0" rIns="0" bIns="0"/>
          <a:lstStyle>
            <a:lvl1pPr marL="0" indent="0">
              <a:lnSpc>
                <a:spcPct val="100000"/>
              </a:lnSpc>
              <a:spcBef>
                <a:spcPts val="0"/>
              </a:spcBef>
              <a:buNone/>
              <a:defRPr sz="3200" baseline="0">
                <a:solidFill>
                  <a:schemeClr val="accent1"/>
                </a:solidFill>
                <a:latin typeface="Nokia Pure Headline Light" panose="020B0304020202020204" pitchFamily="34" charset="0"/>
              </a:defRPr>
            </a:lvl1pPr>
          </a:lstStyle>
          <a:p>
            <a:pPr lvl="0"/>
            <a:r>
              <a:rPr lang="en-US" noProof="0" dirty="0"/>
              <a:t>Click to edit headline</a:t>
            </a:r>
          </a:p>
        </p:txBody>
      </p:sp>
      <p:sp>
        <p:nvSpPr>
          <p:cNvPr id="9" name="Text Placeholder 42">
            <a:extLst>
              <a:ext uri="{FF2B5EF4-FFF2-40B4-BE49-F238E27FC236}">
                <a16:creationId xmlns:a16="http://schemas.microsoft.com/office/drawing/2014/main" id="{8941B831-C2DE-2572-4B83-66D9963A38BB}"/>
              </a:ext>
            </a:extLst>
          </p:cNvPr>
          <p:cNvSpPr>
            <a:spLocks noGrp="1"/>
          </p:cNvSpPr>
          <p:nvPr>
            <p:ph type="body" sz="quarter" idx="13" hasCustomPrompt="1"/>
          </p:nvPr>
        </p:nvSpPr>
        <p:spPr>
          <a:xfrm>
            <a:off x="556799" y="1019360"/>
            <a:ext cx="5051868" cy="454205"/>
          </a:xfrm>
          <a:prstGeom prst="rect">
            <a:avLst/>
          </a:prstGeom>
        </p:spPr>
        <p:txBody>
          <a:bodyPr lIns="0" tIns="0" rIns="0" bIns="0"/>
          <a:lstStyle>
            <a:lvl1pPr marL="0" indent="0">
              <a:lnSpc>
                <a:spcPct val="100000"/>
              </a:lnSpc>
              <a:spcBef>
                <a:spcPts val="0"/>
              </a:spcBef>
              <a:buNone/>
              <a:defRPr sz="2400" baseline="0">
                <a:solidFill>
                  <a:schemeClr val="tx2"/>
                </a:solidFill>
                <a:latin typeface="Nokia Pure Headline Light" panose="020B0304020202020204" pitchFamily="34" charset="0"/>
              </a:defRPr>
            </a:lvl1pPr>
          </a:lstStyle>
          <a:p>
            <a:pPr lvl="0"/>
            <a:r>
              <a:rPr lang="en-US" noProof="0" dirty="0"/>
              <a:t>Click to edit headline</a:t>
            </a:r>
          </a:p>
        </p:txBody>
      </p:sp>
      <p:sp>
        <p:nvSpPr>
          <p:cNvPr id="10" name="Text Placeholder 12">
            <a:extLst>
              <a:ext uri="{FF2B5EF4-FFF2-40B4-BE49-F238E27FC236}">
                <a16:creationId xmlns:a16="http://schemas.microsoft.com/office/drawing/2014/main" id="{FB285814-4F22-732A-01D4-3A2D98D8E435}"/>
              </a:ext>
            </a:extLst>
          </p:cNvPr>
          <p:cNvSpPr>
            <a:spLocks noGrp="1"/>
          </p:cNvSpPr>
          <p:nvPr>
            <p:ph type="body" sz="quarter" idx="14"/>
          </p:nvPr>
        </p:nvSpPr>
        <p:spPr>
          <a:xfrm>
            <a:off x="556451" y="1680000"/>
            <a:ext cx="5051868" cy="4389120"/>
          </a:xfrm>
          <a:prstGeom prst="rect">
            <a:avLst/>
          </a:prstGeom>
        </p:spPr>
        <p:txBody>
          <a:bodyPr lIns="0" tIns="0" rIns="0" bIns="0"/>
          <a:lstStyle>
            <a:lvl1pPr marL="239994" indent="-239994">
              <a:lnSpc>
                <a:spcPct val="100000"/>
              </a:lnSpc>
              <a:spcBef>
                <a:spcPts val="0"/>
              </a:spcBef>
              <a:spcAft>
                <a:spcPts val="800"/>
              </a:spcAft>
              <a:buSzPct val="70000"/>
              <a:defRPr sz="1600">
                <a:solidFill>
                  <a:schemeClr val="tx2"/>
                </a:solidFill>
              </a:defRPr>
            </a:lvl1pPr>
            <a:lvl2pPr marL="479988" indent="-239994">
              <a:lnSpc>
                <a:spcPct val="100000"/>
              </a:lnSpc>
              <a:spcBef>
                <a:spcPts val="0"/>
              </a:spcBef>
              <a:spcAft>
                <a:spcPts val="800"/>
              </a:spcAft>
              <a:buSzPct val="70000"/>
              <a:defRPr sz="1600">
                <a:solidFill>
                  <a:schemeClr val="tx2"/>
                </a:solidFill>
              </a:defRPr>
            </a:lvl2pPr>
            <a:lvl3pPr marL="719982" indent="-239994">
              <a:lnSpc>
                <a:spcPct val="100000"/>
              </a:lnSpc>
              <a:spcBef>
                <a:spcPts val="0"/>
              </a:spcBef>
              <a:spcAft>
                <a:spcPts val="800"/>
              </a:spcAft>
              <a:buSzPct val="70000"/>
              <a:defRPr sz="1600">
                <a:solidFill>
                  <a:schemeClr val="tx2"/>
                </a:solidFill>
              </a:defRPr>
            </a:lvl3pPr>
            <a:lvl4pPr marL="959976" indent="-239994">
              <a:lnSpc>
                <a:spcPct val="100000"/>
              </a:lnSpc>
              <a:spcBef>
                <a:spcPts val="0"/>
              </a:spcBef>
              <a:spcAft>
                <a:spcPts val="800"/>
              </a:spcAft>
              <a:buSzPct val="70000"/>
              <a:defRPr sz="1600">
                <a:solidFill>
                  <a:schemeClr val="tx2"/>
                </a:solidFill>
              </a:defRPr>
            </a:lvl4pPr>
            <a:lvl5pPr marL="1199970" indent="-239994">
              <a:lnSpc>
                <a:spcPct val="100000"/>
              </a:lnSpc>
              <a:spcBef>
                <a:spcPts val="0"/>
              </a:spcBef>
              <a:spcAft>
                <a:spcPts val="800"/>
              </a:spcAft>
              <a:buSzPct val="70000"/>
              <a:defRPr sz="16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Box 11">
            <a:extLst>
              <a:ext uri="{FF2B5EF4-FFF2-40B4-BE49-F238E27FC236}">
                <a16:creationId xmlns:a16="http://schemas.microsoft.com/office/drawing/2014/main" id="{81B2B362-2879-6819-D5A2-C7BE4DDA16A3}"/>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3" name="Slide Number Placeholder 5">
            <a:extLst>
              <a:ext uri="{FF2B5EF4-FFF2-40B4-BE49-F238E27FC236}">
                <a16:creationId xmlns:a16="http://schemas.microsoft.com/office/drawing/2014/main" id="{60008FED-F579-32FA-B396-B46F632C45F4}"/>
              </a:ext>
            </a:extLst>
          </p:cNvPr>
          <p:cNvSpPr txBox="1">
            <a:spLocks/>
          </p:cNvSpPr>
          <p:nvPr userDrawn="1"/>
        </p:nvSpPr>
        <p:spPr>
          <a:xfrm>
            <a:off x="558803" y="6478009"/>
            <a:ext cx="166712"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8" name="Footer Placeholder 2">
            <a:extLst>
              <a:ext uri="{FF2B5EF4-FFF2-40B4-BE49-F238E27FC236}">
                <a16:creationId xmlns:a16="http://schemas.microsoft.com/office/drawing/2014/main" id="{8639B8D9-7FD8-8F41-6E5A-1F2F111B9E5E}"/>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endParaRPr lang="en-US" dirty="0"/>
          </a:p>
        </p:txBody>
      </p:sp>
      <p:cxnSp>
        <p:nvCxnSpPr>
          <p:cNvPr id="4" name="Straight Connector 3">
            <a:extLst>
              <a:ext uri="{FF2B5EF4-FFF2-40B4-BE49-F238E27FC236}">
                <a16:creationId xmlns:a16="http://schemas.microsoft.com/office/drawing/2014/main" id="{525477A2-00D4-A5D4-CE66-BD1565E09282}"/>
              </a:ext>
            </a:extLst>
          </p:cNvPr>
          <p:cNvCxnSpPr>
            <a:cxnSpLocks/>
          </p:cNvCxnSpPr>
          <p:nvPr userDrawn="1"/>
        </p:nvCxnSpPr>
        <p:spPr>
          <a:xfrm>
            <a:off x="1871480" y="6457200"/>
            <a:ext cx="0" cy="192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pic>
        <p:nvPicPr>
          <p:cNvPr id="6" name="Picture 5" descr="Icon&#10;&#10;Description automatically generated">
            <a:extLst>
              <a:ext uri="{FF2B5EF4-FFF2-40B4-BE49-F238E27FC236}">
                <a16:creationId xmlns:a16="http://schemas.microsoft.com/office/drawing/2014/main" id="{5CC64C8D-EF21-1A49-63EA-A66C43D9151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15937" y="6157420"/>
            <a:ext cx="1017249" cy="484800"/>
          </a:xfrm>
          <a:prstGeom prst="rect">
            <a:avLst/>
          </a:prstGeom>
        </p:spPr>
      </p:pic>
    </p:spTree>
    <p:extLst>
      <p:ext uri="{BB962C8B-B14F-4D97-AF65-F5344CB8AC3E}">
        <p14:creationId xmlns:p14="http://schemas.microsoft.com/office/powerpoint/2010/main" val="27955523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2.4 - Bullet 2/3 dar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1B0A98-E900-A313-EA54-FE650CDD9251}"/>
              </a:ext>
            </a:extLst>
          </p:cNvPr>
          <p:cNvSpPr/>
          <p:nvPr userDrawn="1"/>
        </p:nvSpPr>
        <p:spPr>
          <a:xfrm>
            <a:off x="4128000" y="0"/>
            <a:ext cx="8064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000" tIns="96000" rIns="96000" bIns="96000" numCol="1" spcCol="0" rtlCol="0" fromWordArt="0" anchor="t" anchorCtr="0" forceAA="0" compatLnSpc="1">
            <a:prstTxWarp prst="textNoShape">
              <a:avLst/>
            </a:prstTxWarp>
            <a:noAutofit/>
          </a:bodyPr>
          <a:lstStyle/>
          <a:p>
            <a:pPr algn="l">
              <a:spcAft>
                <a:spcPts val="400"/>
              </a:spcAft>
              <a:buSzPct val="100000"/>
            </a:pPr>
            <a:endParaRPr lang="en-US" sz="1600" dirty="0">
              <a:solidFill>
                <a:schemeClr val="bg1"/>
              </a:solidFill>
            </a:endParaRPr>
          </a:p>
        </p:txBody>
      </p:sp>
      <p:sp>
        <p:nvSpPr>
          <p:cNvPr id="3" name="Text Placeholder 42">
            <a:extLst>
              <a:ext uri="{FF2B5EF4-FFF2-40B4-BE49-F238E27FC236}">
                <a16:creationId xmlns:a16="http://schemas.microsoft.com/office/drawing/2014/main" id="{D45B54C3-1D2D-9E4E-D404-A3087EA115CF}"/>
              </a:ext>
            </a:extLst>
          </p:cNvPr>
          <p:cNvSpPr>
            <a:spLocks noGrp="1"/>
          </p:cNvSpPr>
          <p:nvPr>
            <p:ph type="body" sz="quarter" idx="12"/>
          </p:nvPr>
        </p:nvSpPr>
        <p:spPr>
          <a:xfrm>
            <a:off x="556801" y="527928"/>
            <a:ext cx="3202748" cy="454205"/>
          </a:xfrm>
          <a:prstGeom prst="rect">
            <a:avLst/>
          </a:prstGeom>
        </p:spPr>
        <p:txBody>
          <a:bodyPr lIns="0" tIns="0" rIns="0" bIns="0"/>
          <a:lstStyle>
            <a:lvl1pPr marL="0" indent="0">
              <a:lnSpc>
                <a:spcPct val="100000"/>
              </a:lnSpc>
              <a:spcBef>
                <a:spcPts val="0"/>
              </a:spcBef>
              <a:buNone/>
              <a:defRPr sz="3200" baseline="0">
                <a:solidFill>
                  <a:schemeClr val="accent1"/>
                </a:solidFill>
                <a:latin typeface="Nokia Pure Headline Light" panose="020B0304020202020204" pitchFamily="34" charset="0"/>
              </a:defRPr>
            </a:lvl1pPr>
          </a:lstStyle>
          <a:p>
            <a:pPr lvl="0"/>
            <a:r>
              <a:rPr lang="en-US" noProof="0"/>
              <a:t>Click to edit Master text styles</a:t>
            </a:r>
          </a:p>
        </p:txBody>
      </p:sp>
      <p:sp>
        <p:nvSpPr>
          <p:cNvPr id="9" name="Text Placeholder 42">
            <a:extLst>
              <a:ext uri="{FF2B5EF4-FFF2-40B4-BE49-F238E27FC236}">
                <a16:creationId xmlns:a16="http://schemas.microsoft.com/office/drawing/2014/main" id="{8941B831-C2DE-2572-4B83-66D9963A38BB}"/>
              </a:ext>
            </a:extLst>
          </p:cNvPr>
          <p:cNvSpPr>
            <a:spLocks noGrp="1"/>
          </p:cNvSpPr>
          <p:nvPr>
            <p:ph type="body" sz="quarter" idx="13" hasCustomPrompt="1"/>
          </p:nvPr>
        </p:nvSpPr>
        <p:spPr>
          <a:xfrm>
            <a:off x="556801" y="1019360"/>
            <a:ext cx="3202748" cy="454205"/>
          </a:xfrm>
          <a:prstGeom prst="rect">
            <a:avLst/>
          </a:prstGeom>
        </p:spPr>
        <p:txBody>
          <a:bodyPr lIns="0" tIns="0" rIns="0" bIns="0"/>
          <a:lstStyle>
            <a:lvl1pPr marL="0" indent="0">
              <a:lnSpc>
                <a:spcPct val="100000"/>
              </a:lnSpc>
              <a:spcBef>
                <a:spcPts val="0"/>
              </a:spcBef>
              <a:buNone/>
              <a:defRPr sz="2400" baseline="0">
                <a:solidFill>
                  <a:schemeClr val="tx2"/>
                </a:solidFill>
                <a:latin typeface="Nokia Pure Headline Light" panose="020B0304020202020204" pitchFamily="34" charset="0"/>
              </a:defRPr>
            </a:lvl1pPr>
          </a:lstStyle>
          <a:p>
            <a:pPr lvl="0"/>
            <a:r>
              <a:rPr lang="en-US" noProof="0" dirty="0"/>
              <a:t>Click to edit headline</a:t>
            </a:r>
          </a:p>
        </p:txBody>
      </p:sp>
      <p:sp>
        <p:nvSpPr>
          <p:cNvPr id="10" name="Text Placeholder 12">
            <a:extLst>
              <a:ext uri="{FF2B5EF4-FFF2-40B4-BE49-F238E27FC236}">
                <a16:creationId xmlns:a16="http://schemas.microsoft.com/office/drawing/2014/main" id="{FB285814-4F22-732A-01D4-3A2D98D8E435}"/>
              </a:ext>
            </a:extLst>
          </p:cNvPr>
          <p:cNvSpPr>
            <a:spLocks noGrp="1"/>
          </p:cNvSpPr>
          <p:nvPr>
            <p:ph type="body" sz="quarter" idx="14"/>
          </p:nvPr>
        </p:nvSpPr>
        <p:spPr>
          <a:xfrm>
            <a:off x="556453" y="1680000"/>
            <a:ext cx="3202748" cy="4389120"/>
          </a:xfrm>
          <a:prstGeom prst="rect">
            <a:avLst/>
          </a:prstGeom>
        </p:spPr>
        <p:txBody>
          <a:bodyPr lIns="0" tIns="0" rIns="0" bIns="0"/>
          <a:lstStyle>
            <a:lvl1pPr marL="239994" indent="-239994">
              <a:lnSpc>
                <a:spcPct val="100000"/>
              </a:lnSpc>
              <a:spcBef>
                <a:spcPts val="0"/>
              </a:spcBef>
              <a:spcAft>
                <a:spcPts val="800"/>
              </a:spcAft>
              <a:buSzPct val="70000"/>
              <a:defRPr sz="1600">
                <a:solidFill>
                  <a:schemeClr val="tx2"/>
                </a:solidFill>
              </a:defRPr>
            </a:lvl1pPr>
            <a:lvl2pPr marL="479988" indent="-239994">
              <a:lnSpc>
                <a:spcPct val="100000"/>
              </a:lnSpc>
              <a:spcBef>
                <a:spcPts val="0"/>
              </a:spcBef>
              <a:spcAft>
                <a:spcPts val="800"/>
              </a:spcAft>
              <a:buSzPct val="70000"/>
              <a:defRPr sz="1600">
                <a:solidFill>
                  <a:schemeClr val="tx2"/>
                </a:solidFill>
              </a:defRPr>
            </a:lvl2pPr>
            <a:lvl3pPr marL="719982" indent="-239994">
              <a:lnSpc>
                <a:spcPct val="100000"/>
              </a:lnSpc>
              <a:spcBef>
                <a:spcPts val="0"/>
              </a:spcBef>
              <a:spcAft>
                <a:spcPts val="800"/>
              </a:spcAft>
              <a:buSzPct val="70000"/>
              <a:defRPr sz="1600">
                <a:solidFill>
                  <a:schemeClr val="tx2"/>
                </a:solidFill>
              </a:defRPr>
            </a:lvl3pPr>
            <a:lvl4pPr marL="959976" indent="-239994">
              <a:lnSpc>
                <a:spcPct val="100000"/>
              </a:lnSpc>
              <a:spcBef>
                <a:spcPts val="0"/>
              </a:spcBef>
              <a:spcAft>
                <a:spcPts val="800"/>
              </a:spcAft>
              <a:buSzPct val="70000"/>
              <a:defRPr sz="1600">
                <a:solidFill>
                  <a:schemeClr val="tx2"/>
                </a:solidFill>
              </a:defRPr>
            </a:lvl4pPr>
            <a:lvl5pPr marL="1199970" indent="-239994">
              <a:lnSpc>
                <a:spcPct val="100000"/>
              </a:lnSpc>
              <a:spcBef>
                <a:spcPts val="0"/>
              </a:spcBef>
              <a:spcAft>
                <a:spcPts val="800"/>
              </a:spcAft>
              <a:buSzPct val="70000"/>
              <a:defRPr sz="16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Box 15">
            <a:extLst>
              <a:ext uri="{FF2B5EF4-FFF2-40B4-BE49-F238E27FC236}">
                <a16:creationId xmlns:a16="http://schemas.microsoft.com/office/drawing/2014/main" id="{92932C8D-B957-1CF9-AF0A-C66A4B80B160}"/>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7" name="Slide Number Placeholder 5">
            <a:extLst>
              <a:ext uri="{FF2B5EF4-FFF2-40B4-BE49-F238E27FC236}">
                <a16:creationId xmlns:a16="http://schemas.microsoft.com/office/drawing/2014/main" id="{EDFF5BE1-C27A-DAF6-539C-BE7CFB3D3139}"/>
              </a:ext>
            </a:extLst>
          </p:cNvPr>
          <p:cNvSpPr txBox="1">
            <a:spLocks/>
          </p:cNvSpPr>
          <p:nvPr userDrawn="1"/>
        </p:nvSpPr>
        <p:spPr>
          <a:xfrm>
            <a:off x="558803" y="6478009"/>
            <a:ext cx="166712"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8" name="Footer Placeholder 2">
            <a:extLst>
              <a:ext uri="{FF2B5EF4-FFF2-40B4-BE49-F238E27FC236}">
                <a16:creationId xmlns:a16="http://schemas.microsoft.com/office/drawing/2014/main" id="{E2198C15-49FA-5DCF-088F-089A36BBE5B6}"/>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endParaRPr lang="en-US" dirty="0"/>
          </a:p>
        </p:txBody>
      </p:sp>
      <p:cxnSp>
        <p:nvCxnSpPr>
          <p:cNvPr id="4" name="Straight Connector 3">
            <a:extLst>
              <a:ext uri="{FF2B5EF4-FFF2-40B4-BE49-F238E27FC236}">
                <a16:creationId xmlns:a16="http://schemas.microsoft.com/office/drawing/2014/main" id="{88FE076B-0F08-076B-2D80-BC2E2CCDC4CB}"/>
              </a:ext>
            </a:extLst>
          </p:cNvPr>
          <p:cNvCxnSpPr>
            <a:cxnSpLocks/>
          </p:cNvCxnSpPr>
          <p:nvPr userDrawn="1"/>
        </p:nvCxnSpPr>
        <p:spPr>
          <a:xfrm>
            <a:off x="1871480" y="6457200"/>
            <a:ext cx="0" cy="192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pic>
        <p:nvPicPr>
          <p:cNvPr id="6" name="Picture 5" descr="Icon&#10;&#10;Description automatically generated">
            <a:extLst>
              <a:ext uri="{FF2B5EF4-FFF2-40B4-BE49-F238E27FC236}">
                <a16:creationId xmlns:a16="http://schemas.microsoft.com/office/drawing/2014/main" id="{6060304C-36F3-CA03-DDC5-B93B755A473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15937" y="6157420"/>
            <a:ext cx="1017249" cy="484800"/>
          </a:xfrm>
          <a:prstGeom prst="rect">
            <a:avLst/>
          </a:prstGeom>
        </p:spPr>
      </p:pic>
    </p:spTree>
    <p:extLst>
      <p:ext uri="{BB962C8B-B14F-4D97-AF65-F5344CB8AC3E}">
        <p14:creationId xmlns:p14="http://schemas.microsoft.com/office/powerpoint/2010/main" val="203118424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3.1 - Blank dark">
    <p:bg>
      <p:bgPr>
        <a:solidFill>
          <a:schemeClr val="tx2"/>
        </a:solidFill>
        <a:effectLst/>
      </p:bgPr>
    </p:bg>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EFADF482-1182-15C3-2090-EF4C2A8F787E}"/>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7" name="Slide Number Placeholder 5">
            <a:extLst>
              <a:ext uri="{FF2B5EF4-FFF2-40B4-BE49-F238E27FC236}">
                <a16:creationId xmlns:a16="http://schemas.microsoft.com/office/drawing/2014/main" id="{B5714932-B041-C268-D37A-89265A6401E8}"/>
              </a:ext>
            </a:extLst>
          </p:cNvPr>
          <p:cNvSpPr txBox="1">
            <a:spLocks/>
          </p:cNvSpPr>
          <p:nvPr userDrawn="1"/>
        </p:nvSpPr>
        <p:spPr>
          <a:xfrm>
            <a:off x="558803" y="6478009"/>
            <a:ext cx="166712"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8" name="Footer Placeholder 2">
            <a:extLst>
              <a:ext uri="{FF2B5EF4-FFF2-40B4-BE49-F238E27FC236}">
                <a16:creationId xmlns:a16="http://schemas.microsoft.com/office/drawing/2014/main" id="{3D6BE398-80E2-C124-8939-1FA1DF0C1011}"/>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endParaRPr lang="en-US" dirty="0"/>
          </a:p>
        </p:txBody>
      </p:sp>
      <p:cxnSp>
        <p:nvCxnSpPr>
          <p:cNvPr id="3" name="Straight Connector 2">
            <a:extLst>
              <a:ext uri="{FF2B5EF4-FFF2-40B4-BE49-F238E27FC236}">
                <a16:creationId xmlns:a16="http://schemas.microsoft.com/office/drawing/2014/main" id="{9EE35A5E-B623-913A-77BF-9891223ADE6A}"/>
              </a:ext>
            </a:extLst>
          </p:cNvPr>
          <p:cNvCxnSpPr>
            <a:cxnSpLocks/>
          </p:cNvCxnSpPr>
          <p:nvPr userDrawn="1"/>
        </p:nvCxnSpPr>
        <p:spPr>
          <a:xfrm>
            <a:off x="1871480" y="6457200"/>
            <a:ext cx="0" cy="192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4" name="Picture 3" descr="Icon&#10;&#10;Description automatically generated">
            <a:extLst>
              <a:ext uri="{FF2B5EF4-FFF2-40B4-BE49-F238E27FC236}">
                <a16:creationId xmlns:a16="http://schemas.microsoft.com/office/drawing/2014/main" id="{D921197C-D09B-51FC-3273-F6E21294903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15937" y="6157420"/>
            <a:ext cx="1017249" cy="484800"/>
          </a:xfrm>
          <a:prstGeom prst="rect">
            <a:avLst/>
          </a:prstGeom>
        </p:spPr>
      </p:pic>
    </p:spTree>
    <p:extLst>
      <p:ext uri="{BB962C8B-B14F-4D97-AF65-F5344CB8AC3E}">
        <p14:creationId xmlns:p14="http://schemas.microsoft.com/office/powerpoint/2010/main" val="272840956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3.2 - Title dark">
    <p:bg>
      <p:bgPr>
        <a:solidFill>
          <a:schemeClr val="tx2"/>
        </a:solidFill>
        <a:effectLst/>
      </p:bgPr>
    </p:bg>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556800" y="527928"/>
            <a:ext cx="11078400" cy="454205"/>
          </a:xfrm>
          <a:prstGeom prst="rect">
            <a:avLst/>
          </a:prstGeom>
        </p:spPr>
        <p:txBody>
          <a:bodyPr lIns="0" tIns="0" rIns="0" bIns="0"/>
          <a:lstStyle>
            <a:lvl1pPr marL="0" indent="0">
              <a:lnSpc>
                <a:spcPct val="100000"/>
              </a:lnSpc>
              <a:spcBef>
                <a:spcPts val="0"/>
              </a:spcBef>
              <a:buNone/>
              <a:defRPr sz="3200" baseline="0">
                <a:solidFill>
                  <a:schemeClr val="bg1"/>
                </a:solidFill>
                <a:latin typeface="Nokia Pure Headline Light" panose="020B0304020202020204" pitchFamily="34" charset="0"/>
              </a:defRPr>
            </a:lvl1pPr>
          </a:lstStyle>
          <a:p>
            <a:pPr lvl="0"/>
            <a:r>
              <a:rPr lang="en-US" noProof="0" dirty="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556800" y="1019360"/>
            <a:ext cx="11078400" cy="454205"/>
          </a:xfrm>
          <a:prstGeom prst="rect">
            <a:avLst/>
          </a:prstGeom>
        </p:spPr>
        <p:txBody>
          <a:bodyPr lIns="0" tIns="0" rIns="0" bIns="0"/>
          <a:lstStyle>
            <a:lvl1pPr marL="0" indent="0">
              <a:lnSpc>
                <a:spcPct val="100000"/>
              </a:lnSpc>
              <a:spcBef>
                <a:spcPts val="0"/>
              </a:spcBef>
              <a:buNone/>
              <a:defRPr sz="2400" baseline="0">
                <a:solidFill>
                  <a:schemeClr val="bg1"/>
                </a:solidFill>
                <a:latin typeface="Nokia Pure Headline Light" panose="020B0304020202020204" pitchFamily="34" charset="0"/>
              </a:defRPr>
            </a:lvl1pPr>
          </a:lstStyle>
          <a:p>
            <a:pPr lvl="0"/>
            <a:r>
              <a:rPr lang="en-US" noProof="0" dirty="0"/>
              <a:t>Click to edit headline</a:t>
            </a:r>
          </a:p>
        </p:txBody>
      </p:sp>
      <p:sp>
        <p:nvSpPr>
          <p:cNvPr id="18" name="TextBox 17">
            <a:extLst>
              <a:ext uri="{FF2B5EF4-FFF2-40B4-BE49-F238E27FC236}">
                <a16:creationId xmlns:a16="http://schemas.microsoft.com/office/drawing/2014/main" id="{B4D6E92B-62A5-89F1-C025-9AFA6FCB3323}"/>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9" name="Slide Number Placeholder 5">
            <a:extLst>
              <a:ext uri="{FF2B5EF4-FFF2-40B4-BE49-F238E27FC236}">
                <a16:creationId xmlns:a16="http://schemas.microsoft.com/office/drawing/2014/main" id="{F2BA0AE1-3EC1-6929-E965-9C60516B99D6}"/>
              </a:ext>
            </a:extLst>
          </p:cNvPr>
          <p:cNvSpPr txBox="1">
            <a:spLocks/>
          </p:cNvSpPr>
          <p:nvPr userDrawn="1"/>
        </p:nvSpPr>
        <p:spPr>
          <a:xfrm>
            <a:off x="558803" y="6478009"/>
            <a:ext cx="166712"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0" name="Footer Placeholder 2">
            <a:extLst>
              <a:ext uri="{FF2B5EF4-FFF2-40B4-BE49-F238E27FC236}">
                <a16:creationId xmlns:a16="http://schemas.microsoft.com/office/drawing/2014/main" id="{8CFFAAD9-97A5-7898-E5FF-36F481EB9328}"/>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endParaRPr lang="en-US" dirty="0"/>
          </a:p>
        </p:txBody>
      </p:sp>
      <p:cxnSp>
        <p:nvCxnSpPr>
          <p:cNvPr id="3" name="Straight Connector 2">
            <a:extLst>
              <a:ext uri="{FF2B5EF4-FFF2-40B4-BE49-F238E27FC236}">
                <a16:creationId xmlns:a16="http://schemas.microsoft.com/office/drawing/2014/main" id="{F327462C-4CAC-FE93-D4FD-2A9AB433C224}"/>
              </a:ext>
            </a:extLst>
          </p:cNvPr>
          <p:cNvCxnSpPr>
            <a:cxnSpLocks/>
          </p:cNvCxnSpPr>
          <p:nvPr userDrawn="1"/>
        </p:nvCxnSpPr>
        <p:spPr>
          <a:xfrm>
            <a:off x="1871480" y="6457200"/>
            <a:ext cx="0" cy="192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5" name="Picture 4" descr="Icon&#10;&#10;Description automatically generated">
            <a:extLst>
              <a:ext uri="{FF2B5EF4-FFF2-40B4-BE49-F238E27FC236}">
                <a16:creationId xmlns:a16="http://schemas.microsoft.com/office/drawing/2014/main" id="{FFAF1E4B-4B33-2BA9-8211-C368D5BF448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15937" y="6157420"/>
            <a:ext cx="1017249" cy="484800"/>
          </a:xfrm>
          <a:prstGeom prst="rect">
            <a:avLst/>
          </a:prstGeom>
        </p:spPr>
      </p:pic>
    </p:spTree>
    <p:extLst>
      <p:ext uri="{BB962C8B-B14F-4D97-AF65-F5344CB8AC3E}">
        <p14:creationId xmlns:p14="http://schemas.microsoft.com/office/powerpoint/2010/main" val="316914616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3.3 - Text dark">
    <p:bg>
      <p:bgPr>
        <a:solidFill>
          <a:schemeClr val="tx2"/>
        </a:solidFill>
        <a:effectLst/>
      </p:bgPr>
    </p:bg>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556800" y="527928"/>
            <a:ext cx="11078400" cy="454205"/>
          </a:xfrm>
          <a:prstGeom prst="rect">
            <a:avLst/>
          </a:prstGeom>
        </p:spPr>
        <p:txBody>
          <a:bodyPr lIns="0" tIns="0" rIns="0" bIns="0"/>
          <a:lstStyle>
            <a:lvl1pPr marL="0" indent="0">
              <a:lnSpc>
                <a:spcPct val="100000"/>
              </a:lnSpc>
              <a:spcBef>
                <a:spcPts val="0"/>
              </a:spcBef>
              <a:buNone/>
              <a:defRPr sz="3200" baseline="0">
                <a:solidFill>
                  <a:schemeClr val="bg1"/>
                </a:solidFill>
                <a:latin typeface="Nokia Pure Headline Light" panose="020B0304020202020204" pitchFamily="34" charset="0"/>
              </a:defRPr>
            </a:lvl1pPr>
          </a:lstStyle>
          <a:p>
            <a:pPr lvl="0"/>
            <a:r>
              <a:rPr lang="en-US" noProof="0" dirty="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556800" y="1019360"/>
            <a:ext cx="11078400" cy="454205"/>
          </a:xfrm>
          <a:prstGeom prst="rect">
            <a:avLst/>
          </a:prstGeom>
        </p:spPr>
        <p:txBody>
          <a:bodyPr lIns="0" tIns="0" rIns="0" bIns="0"/>
          <a:lstStyle>
            <a:lvl1pPr marL="0" indent="0">
              <a:lnSpc>
                <a:spcPct val="100000"/>
              </a:lnSpc>
              <a:spcBef>
                <a:spcPts val="0"/>
              </a:spcBef>
              <a:buNone/>
              <a:defRPr sz="2400" baseline="0">
                <a:solidFill>
                  <a:schemeClr val="bg1"/>
                </a:solidFill>
                <a:latin typeface="Nokia Pure Headline Light" panose="020B0304020202020204" pitchFamily="34" charset="0"/>
              </a:defRPr>
            </a:lvl1pPr>
          </a:lstStyle>
          <a:p>
            <a:pPr lvl="0"/>
            <a:r>
              <a:rPr lang="en-US" noProof="0" dirty="0"/>
              <a:t>Click to edit headline</a:t>
            </a:r>
          </a:p>
        </p:txBody>
      </p:sp>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556451" y="1680000"/>
            <a:ext cx="11078400" cy="4158640"/>
          </a:xfrm>
          <a:prstGeom prst="rect">
            <a:avLst/>
          </a:prstGeom>
        </p:spPr>
        <p:txBody>
          <a:bodyPr lIns="0" tIns="0" rIns="0" bIns="0"/>
          <a:lstStyle>
            <a:lvl1pPr marL="0" indent="0">
              <a:lnSpc>
                <a:spcPct val="100000"/>
              </a:lnSpc>
              <a:spcBef>
                <a:spcPts val="0"/>
              </a:spcBef>
              <a:spcAft>
                <a:spcPts val="800"/>
              </a:spcAft>
              <a:buSzPct val="70000"/>
              <a:buNone/>
              <a:defRPr sz="1600">
                <a:solidFill>
                  <a:schemeClr val="bg1"/>
                </a:solidFill>
              </a:defRPr>
            </a:lvl1pPr>
            <a:lvl2pPr marL="239994" indent="0">
              <a:lnSpc>
                <a:spcPct val="100000"/>
              </a:lnSpc>
              <a:spcBef>
                <a:spcPts val="0"/>
              </a:spcBef>
              <a:spcAft>
                <a:spcPts val="800"/>
              </a:spcAft>
              <a:buSzPct val="70000"/>
              <a:buNone/>
              <a:defRPr sz="1600">
                <a:solidFill>
                  <a:schemeClr val="bg1"/>
                </a:solidFill>
              </a:defRPr>
            </a:lvl2pPr>
            <a:lvl3pPr marL="479988" indent="0">
              <a:lnSpc>
                <a:spcPct val="100000"/>
              </a:lnSpc>
              <a:spcBef>
                <a:spcPts val="0"/>
              </a:spcBef>
              <a:spcAft>
                <a:spcPts val="800"/>
              </a:spcAft>
              <a:buSzPct val="70000"/>
              <a:buNone/>
              <a:defRPr sz="1600">
                <a:solidFill>
                  <a:schemeClr val="bg1"/>
                </a:solidFill>
              </a:defRPr>
            </a:lvl3pPr>
            <a:lvl4pPr marL="719982" indent="0">
              <a:lnSpc>
                <a:spcPct val="100000"/>
              </a:lnSpc>
              <a:spcBef>
                <a:spcPts val="0"/>
              </a:spcBef>
              <a:spcAft>
                <a:spcPts val="800"/>
              </a:spcAft>
              <a:buSzPct val="70000"/>
              <a:buNone/>
              <a:defRPr sz="1600">
                <a:solidFill>
                  <a:schemeClr val="bg1"/>
                </a:solidFill>
              </a:defRPr>
            </a:lvl4pPr>
            <a:lvl5pPr marL="959976" indent="0">
              <a:lnSpc>
                <a:spcPct val="100000"/>
              </a:lnSpc>
              <a:spcBef>
                <a:spcPts val="0"/>
              </a:spcBef>
              <a:spcAft>
                <a:spcPts val="800"/>
              </a:spcAft>
              <a:buSzPct val="70000"/>
              <a:buNone/>
              <a:defRPr sz="16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Box 18">
            <a:extLst>
              <a:ext uri="{FF2B5EF4-FFF2-40B4-BE49-F238E27FC236}">
                <a16:creationId xmlns:a16="http://schemas.microsoft.com/office/drawing/2014/main" id="{6C224637-55EA-0423-7FB7-9D4C22E954CE}"/>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20" name="Slide Number Placeholder 5">
            <a:extLst>
              <a:ext uri="{FF2B5EF4-FFF2-40B4-BE49-F238E27FC236}">
                <a16:creationId xmlns:a16="http://schemas.microsoft.com/office/drawing/2014/main" id="{D086BFC4-A13A-A77F-C95D-F0B63E9FC799}"/>
              </a:ext>
            </a:extLst>
          </p:cNvPr>
          <p:cNvSpPr txBox="1">
            <a:spLocks/>
          </p:cNvSpPr>
          <p:nvPr userDrawn="1"/>
        </p:nvSpPr>
        <p:spPr>
          <a:xfrm>
            <a:off x="558803" y="6478009"/>
            <a:ext cx="166712"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1" name="Footer Placeholder 2">
            <a:extLst>
              <a:ext uri="{FF2B5EF4-FFF2-40B4-BE49-F238E27FC236}">
                <a16:creationId xmlns:a16="http://schemas.microsoft.com/office/drawing/2014/main" id="{38436AE6-E5BF-2964-DF91-273801509478}"/>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endParaRPr lang="en-US" dirty="0"/>
          </a:p>
        </p:txBody>
      </p:sp>
      <p:cxnSp>
        <p:nvCxnSpPr>
          <p:cNvPr id="2" name="Straight Connector 1">
            <a:extLst>
              <a:ext uri="{FF2B5EF4-FFF2-40B4-BE49-F238E27FC236}">
                <a16:creationId xmlns:a16="http://schemas.microsoft.com/office/drawing/2014/main" id="{C2C2D673-25D4-2B6C-FAA2-5DC5ACD3DD27}"/>
              </a:ext>
            </a:extLst>
          </p:cNvPr>
          <p:cNvCxnSpPr>
            <a:cxnSpLocks/>
          </p:cNvCxnSpPr>
          <p:nvPr userDrawn="1"/>
        </p:nvCxnSpPr>
        <p:spPr>
          <a:xfrm>
            <a:off x="1871480" y="6457200"/>
            <a:ext cx="0" cy="192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7" name="Picture 6" descr="Icon&#10;&#10;Description automatically generated">
            <a:extLst>
              <a:ext uri="{FF2B5EF4-FFF2-40B4-BE49-F238E27FC236}">
                <a16:creationId xmlns:a16="http://schemas.microsoft.com/office/drawing/2014/main" id="{4D5EF703-7CFE-DDB3-F595-5A8DF378FA6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15937" y="6157420"/>
            <a:ext cx="1017249" cy="484800"/>
          </a:xfrm>
          <a:prstGeom prst="rect">
            <a:avLst/>
          </a:prstGeom>
        </p:spPr>
      </p:pic>
    </p:spTree>
    <p:extLst>
      <p:ext uri="{BB962C8B-B14F-4D97-AF65-F5344CB8AC3E}">
        <p14:creationId xmlns:p14="http://schemas.microsoft.com/office/powerpoint/2010/main" val="33355860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3.4 - 1xBullet dark">
    <p:bg>
      <p:bgPr>
        <a:solidFill>
          <a:schemeClr val="tx2"/>
        </a:solidFill>
        <a:effectLst/>
      </p:bgPr>
    </p:bg>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556800" y="527928"/>
            <a:ext cx="11078400" cy="454205"/>
          </a:xfrm>
          <a:prstGeom prst="rect">
            <a:avLst/>
          </a:prstGeom>
        </p:spPr>
        <p:txBody>
          <a:bodyPr lIns="0" tIns="0" rIns="0" bIns="0"/>
          <a:lstStyle>
            <a:lvl1pPr marL="0" indent="0">
              <a:lnSpc>
                <a:spcPct val="100000"/>
              </a:lnSpc>
              <a:spcBef>
                <a:spcPts val="0"/>
              </a:spcBef>
              <a:buNone/>
              <a:defRPr sz="3200" baseline="0">
                <a:solidFill>
                  <a:schemeClr val="bg1"/>
                </a:solidFill>
                <a:latin typeface="Nokia Pure Headline Light" panose="020B0304020202020204" pitchFamily="34" charset="0"/>
              </a:defRPr>
            </a:lvl1pPr>
          </a:lstStyle>
          <a:p>
            <a:pPr lvl="0"/>
            <a:r>
              <a:rPr lang="en-US" noProof="0" dirty="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556800" y="1019360"/>
            <a:ext cx="11078400" cy="454205"/>
          </a:xfrm>
          <a:prstGeom prst="rect">
            <a:avLst/>
          </a:prstGeom>
        </p:spPr>
        <p:txBody>
          <a:bodyPr lIns="0" tIns="0" rIns="0" bIns="0"/>
          <a:lstStyle>
            <a:lvl1pPr marL="0" indent="0">
              <a:lnSpc>
                <a:spcPct val="100000"/>
              </a:lnSpc>
              <a:spcBef>
                <a:spcPts val="0"/>
              </a:spcBef>
              <a:buNone/>
              <a:defRPr sz="2400" baseline="0">
                <a:solidFill>
                  <a:schemeClr val="bg1"/>
                </a:solidFill>
                <a:latin typeface="Nokia Pure Headline Light" panose="020B0304020202020204" pitchFamily="34" charset="0"/>
              </a:defRPr>
            </a:lvl1pPr>
          </a:lstStyle>
          <a:p>
            <a:pPr lvl="0"/>
            <a:r>
              <a:rPr lang="en-US" noProof="0" dirty="0"/>
              <a:t>Click to edit headline</a:t>
            </a:r>
          </a:p>
        </p:txBody>
      </p:sp>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556451" y="1680000"/>
            <a:ext cx="11078400" cy="4158640"/>
          </a:xfrm>
          <a:prstGeom prst="rect">
            <a:avLst/>
          </a:prstGeom>
        </p:spPr>
        <p:txBody>
          <a:bodyPr lIns="0" tIns="0" rIns="0" bIns="0"/>
          <a:lstStyle>
            <a:lvl1pPr marL="239994" indent="-239994">
              <a:lnSpc>
                <a:spcPct val="100000"/>
              </a:lnSpc>
              <a:spcBef>
                <a:spcPts val="0"/>
              </a:spcBef>
              <a:spcAft>
                <a:spcPts val="800"/>
              </a:spcAft>
              <a:buSzPct val="70000"/>
              <a:defRPr sz="1600">
                <a:solidFill>
                  <a:schemeClr val="bg1"/>
                </a:solidFill>
              </a:defRPr>
            </a:lvl1pPr>
            <a:lvl2pPr marL="479988" indent="-239994">
              <a:lnSpc>
                <a:spcPct val="100000"/>
              </a:lnSpc>
              <a:spcBef>
                <a:spcPts val="0"/>
              </a:spcBef>
              <a:spcAft>
                <a:spcPts val="800"/>
              </a:spcAft>
              <a:buSzPct val="70000"/>
              <a:defRPr sz="1600">
                <a:solidFill>
                  <a:schemeClr val="bg1"/>
                </a:solidFill>
              </a:defRPr>
            </a:lvl2pPr>
            <a:lvl3pPr marL="719982" indent="-239994">
              <a:lnSpc>
                <a:spcPct val="100000"/>
              </a:lnSpc>
              <a:spcBef>
                <a:spcPts val="0"/>
              </a:spcBef>
              <a:spcAft>
                <a:spcPts val="800"/>
              </a:spcAft>
              <a:buSzPct val="70000"/>
              <a:defRPr sz="1600">
                <a:solidFill>
                  <a:schemeClr val="bg1"/>
                </a:solidFill>
              </a:defRPr>
            </a:lvl3pPr>
            <a:lvl4pPr marL="959976" indent="-239994">
              <a:lnSpc>
                <a:spcPct val="100000"/>
              </a:lnSpc>
              <a:spcBef>
                <a:spcPts val="0"/>
              </a:spcBef>
              <a:spcAft>
                <a:spcPts val="800"/>
              </a:spcAft>
              <a:buSzPct val="70000"/>
              <a:defRPr lang="en-US" sz="1600" kern="1200" dirty="0">
                <a:solidFill>
                  <a:schemeClr val="bg1"/>
                </a:solidFill>
                <a:latin typeface="+mn-lt"/>
                <a:ea typeface="+mn-ea"/>
                <a:cs typeface="+mn-cs"/>
              </a:defRPr>
            </a:lvl4pPr>
            <a:lvl5pPr marL="1199970" indent="-239994">
              <a:lnSpc>
                <a:spcPct val="100000"/>
              </a:lnSpc>
              <a:spcBef>
                <a:spcPts val="0"/>
              </a:spcBef>
              <a:spcAft>
                <a:spcPts val="800"/>
              </a:spcAft>
              <a:buSzPct val="70000"/>
              <a:defRPr sz="1600">
                <a:solidFill>
                  <a:schemeClr val="bg1"/>
                </a:solidFill>
              </a:defRPr>
            </a:lvl5pPr>
            <a:lvl6pPr marL="1439964" indent="-239994">
              <a:lnSpc>
                <a:spcPct val="100000"/>
              </a:lnSpc>
              <a:spcBef>
                <a:spcPts val="0"/>
              </a:spcBef>
              <a:buSzPct val="70000"/>
              <a:buFont typeface="Arial" panose="020B0604020202020204" pitchFamily="34" charset="0"/>
              <a:buChar char="•"/>
              <a:defRPr sz="1467">
                <a:solidFill>
                  <a:schemeClr val="tx2"/>
                </a:solidFill>
              </a:defRPr>
            </a:lvl6pPr>
            <a:lvl7pPr marL="1439964">
              <a:defRPr sz="16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Box 18">
            <a:extLst>
              <a:ext uri="{FF2B5EF4-FFF2-40B4-BE49-F238E27FC236}">
                <a16:creationId xmlns:a16="http://schemas.microsoft.com/office/drawing/2014/main" id="{F2203B3C-B7BE-B5F0-A84C-BF4A2D307F86}"/>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20" name="Slide Number Placeholder 5">
            <a:extLst>
              <a:ext uri="{FF2B5EF4-FFF2-40B4-BE49-F238E27FC236}">
                <a16:creationId xmlns:a16="http://schemas.microsoft.com/office/drawing/2014/main" id="{ED0C98DE-3A96-2DE1-E80F-30D10A98054F}"/>
              </a:ext>
            </a:extLst>
          </p:cNvPr>
          <p:cNvSpPr txBox="1">
            <a:spLocks/>
          </p:cNvSpPr>
          <p:nvPr userDrawn="1"/>
        </p:nvSpPr>
        <p:spPr>
          <a:xfrm>
            <a:off x="558803" y="6478009"/>
            <a:ext cx="166712"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1" name="Footer Placeholder 2">
            <a:extLst>
              <a:ext uri="{FF2B5EF4-FFF2-40B4-BE49-F238E27FC236}">
                <a16:creationId xmlns:a16="http://schemas.microsoft.com/office/drawing/2014/main" id="{39872479-176B-250D-7009-2FACC846C886}"/>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endParaRPr lang="en-US" dirty="0"/>
          </a:p>
        </p:txBody>
      </p:sp>
      <p:cxnSp>
        <p:nvCxnSpPr>
          <p:cNvPr id="2" name="Straight Connector 1">
            <a:extLst>
              <a:ext uri="{FF2B5EF4-FFF2-40B4-BE49-F238E27FC236}">
                <a16:creationId xmlns:a16="http://schemas.microsoft.com/office/drawing/2014/main" id="{D0309984-EAE9-D958-8AA2-824142DEDD98}"/>
              </a:ext>
            </a:extLst>
          </p:cNvPr>
          <p:cNvCxnSpPr>
            <a:cxnSpLocks/>
          </p:cNvCxnSpPr>
          <p:nvPr userDrawn="1"/>
        </p:nvCxnSpPr>
        <p:spPr>
          <a:xfrm>
            <a:off x="1871480" y="6457200"/>
            <a:ext cx="0" cy="192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7" name="Picture 6" descr="Icon&#10;&#10;Description automatically generated">
            <a:extLst>
              <a:ext uri="{FF2B5EF4-FFF2-40B4-BE49-F238E27FC236}">
                <a16:creationId xmlns:a16="http://schemas.microsoft.com/office/drawing/2014/main" id="{9A8979BA-9C98-FAA1-4051-0D094CF7956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15937" y="6157420"/>
            <a:ext cx="1017249" cy="484800"/>
          </a:xfrm>
          <a:prstGeom prst="rect">
            <a:avLst/>
          </a:prstGeom>
        </p:spPr>
      </p:pic>
    </p:spTree>
    <p:extLst>
      <p:ext uri="{BB962C8B-B14F-4D97-AF65-F5344CB8AC3E}">
        <p14:creationId xmlns:p14="http://schemas.microsoft.com/office/powerpoint/2010/main" val="23147458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3.5 - 2xBullet dark">
    <p:bg>
      <p:bgPr>
        <a:solidFill>
          <a:schemeClr val="tx2"/>
        </a:solidFill>
        <a:effectLst/>
      </p:bgPr>
    </p:bg>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556800" y="527928"/>
            <a:ext cx="11078400" cy="454205"/>
          </a:xfrm>
          <a:prstGeom prst="rect">
            <a:avLst/>
          </a:prstGeom>
        </p:spPr>
        <p:txBody>
          <a:bodyPr lIns="0" tIns="0" rIns="0" bIns="0"/>
          <a:lstStyle>
            <a:lvl1pPr marL="0" indent="0">
              <a:lnSpc>
                <a:spcPct val="100000"/>
              </a:lnSpc>
              <a:spcBef>
                <a:spcPts val="0"/>
              </a:spcBef>
              <a:buNone/>
              <a:defRPr sz="3200" baseline="0">
                <a:solidFill>
                  <a:schemeClr val="bg1"/>
                </a:solidFill>
                <a:latin typeface="Nokia Pure Headline Light" panose="020B0304020202020204" pitchFamily="34" charset="0"/>
              </a:defRPr>
            </a:lvl1pPr>
          </a:lstStyle>
          <a:p>
            <a:pPr lvl="0"/>
            <a:r>
              <a:rPr lang="en-US" noProof="0" dirty="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556800" y="1019360"/>
            <a:ext cx="11078400" cy="454205"/>
          </a:xfrm>
          <a:prstGeom prst="rect">
            <a:avLst/>
          </a:prstGeom>
        </p:spPr>
        <p:txBody>
          <a:bodyPr lIns="0" tIns="0" rIns="0" bIns="0"/>
          <a:lstStyle>
            <a:lvl1pPr marL="0" indent="0">
              <a:lnSpc>
                <a:spcPct val="100000"/>
              </a:lnSpc>
              <a:spcBef>
                <a:spcPts val="0"/>
              </a:spcBef>
              <a:buNone/>
              <a:defRPr sz="2400" baseline="0">
                <a:solidFill>
                  <a:schemeClr val="bg1"/>
                </a:solidFill>
                <a:latin typeface="Nokia Pure Headline Light" panose="020B0304020202020204" pitchFamily="34" charset="0"/>
              </a:defRPr>
            </a:lvl1pPr>
          </a:lstStyle>
          <a:p>
            <a:pPr lvl="0"/>
            <a:r>
              <a:rPr lang="en-US" noProof="0" dirty="0"/>
              <a:t>Click to edit headline</a:t>
            </a:r>
          </a:p>
        </p:txBody>
      </p:sp>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556451" y="1680000"/>
            <a:ext cx="5424000" cy="4158640"/>
          </a:xfrm>
          <a:prstGeom prst="rect">
            <a:avLst/>
          </a:prstGeom>
        </p:spPr>
        <p:txBody>
          <a:bodyPr lIns="0" tIns="0" rIns="0" bIns="0"/>
          <a:lstStyle>
            <a:lvl1pPr marL="239994" indent="-239994">
              <a:lnSpc>
                <a:spcPct val="100000"/>
              </a:lnSpc>
              <a:spcBef>
                <a:spcPts val="0"/>
              </a:spcBef>
              <a:spcAft>
                <a:spcPts val="800"/>
              </a:spcAft>
              <a:buSzPct val="70000"/>
              <a:defRPr sz="1600">
                <a:solidFill>
                  <a:schemeClr val="bg1"/>
                </a:solidFill>
              </a:defRPr>
            </a:lvl1pPr>
            <a:lvl2pPr marL="479988" indent="-239994">
              <a:lnSpc>
                <a:spcPct val="100000"/>
              </a:lnSpc>
              <a:spcBef>
                <a:spcPts val="0"/>
              </a:spcBef>
              <a:spcAft>
                <a:spcPts val="800"/>
              </a:spcAft>
              <a:buSzPct val="70000"/>
              <a:defRPr sz="1600">
                <a:solidFill>
                  <a:schemeClr val="bg1"/>
                </a:solidFill>
              </a:defRPr>
            </a:lvl2pPr>
            <a:lvl3pPr marL="719982" indent="-239994">
              <a:lnSpc>
                <a:spcPct val="100000"/>
              </a:lnSpc>
              <a:spcBef>
                <a:spcPts val="0"/>
              </a:spcBef>
              <a:spcAft>
                <a:spcPts val="800"/>
              </a:spcAft>
              <a:buSzPct val="70000"/>
              <a:defRPr sz="1600">
                <a:solidFill>
                  <a:schemeClr val="bg1"/>
                </a:solidFill>
              </a:defRPr>
            </a:lvl3pPr>
            <a:lvl4pPr marL="959976" indent="-239994">
              <a:lnSpc>
                <a:spcPct val="100000"/>
              </a:lnSpc>
              <a:spcBef>
                <a:spcPts val="0"/>
              </a:spcBef>
              <a:spcAft>
                <a:spcPts val="800"/>
              </a:spcAft>
              <a:buSzPct val="70000"/>
              <a:defRPr lang="en-US" sz="1600" kern="1200" dirty="0">
                <a:solidFill>
                  <a:schemeClr val="bg1"/>
                </a:solidFill>
                <a:latin typeface="+mn-lt"/>
                <a:ea typeface="+mn-ea"/>
                <a:cs typeface="+mn-cs"/>
              </a:defRPr>
            </a:lvl4pPr>
            <a:lvl5pPr marL="1199970" indent="-239994">
              <a:lnSpc>
                <a:spcPct val="100000"/>
              </a:lnSpc>
              <a:spcBef>
                <a:spcPts val="0"/>
              </a:spcBef>
              <a:spcAft>
                <a:spcPts val="800"/>
              </a:spcAft>
              <a:buSzPct val="70000"/>
              <a:defRPr sz="1600">
                <a:solidFill>
                  <a:schemeClr val="bg1"/>
                </a:solidFill>
              </a:defRPr>
            </a:lvl5pPr>
            <a:lvl6pPr marL="1439964" indent="-239994">
              <a:lnSpc>
                <a:spcPct val="100000"/>
              </a:lnSpc>
              <a:spcBef>
                <a:spcPts val="0"/>
              </a:spcBef>
              <a:buSzPct val="70000"/>
              <a:buFont typeface="Arial" panose="020B0604020202020204" pitchFamily="34" charset="0"/>
              <a:buChar char="•"/>
              <a:defRPr sz="1467">
                <a:solidFill>
                  <a:schemeClr val="tx2"/>
                </a:solidFill>
              </a:defRPr>
            </a:lvl6pPr>
            <a:lvl7pPr marL="1439964">
              <a:defRPr sz="16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12">
            <a:extLst>
              <a:ext uri="{FF2B5EF4-FFF2-40B4-BE49-F238E27FC236}">
                <a16:creationId xmlns:a16="http://schemas.microsoft.com/office/drawing/2014/main" id="{57FF8C70-8D9A-A91A-9AA2-5BAED4E5562B}"/>
              </a:ext>
            </a:extLst>
          </p:cNvPr>
          <p:cNvSpPr>
            <a:spLocks noGrp="1"/>
          </p:cNvSpPr>
          <p:nvPr>
            <p:ph type="body" sz="quarter" idx="16"/>
          </p:nvPr>
        </p:nvSpPr>
        <p:spPr>
          <a:xfrm>
            <a:off x="6211552" y="1680000"/>
            <a:ext cx="5424000" cy="4158640"/>
          </a:xfrm>
          <a:prstGeom prst="rect">
            <a:avLst/>
          </a:prstGeom>
        </p:spPr>
        <p:txBody>
          <a:bodyPr lIns="0" tIns="0" rIns="0" bIns="0"/>
          <a:lstStyle>
            <a:lvl1pPr marL="239994" indent="-239994">
              <a:lnSpc>
                <a:spcPct val="100000"/>
              </a:lnSpc>
              <a:spcBef>
                <a:spcPts val="0"/>
              </a:spcBef>
              <a:spcAft>
                <a:spcPts val="800"/>
              </a:spcAft>
              <a:buSzPct val="70000"/>
              <a:defRPr sz="1600">
                <a:solidFill>
                  <a:schemeClr val="bg1"/>
                </a:solidFill>
              </a:defRPr>
            </a:lvl1pPr>
            <a:lvl2pPr marL="479988" indent="-239994">
              <a:lnSpc>
                <a:spcPct val="100000"/>
              </a:lnSpc>
              <a:spcBef>
                <a:spcPts val="0"/>
              </a:spcBef>
              <a:spcAft>
                <a:spcPts val="800"/>
              </a:spcAft>
              <a:buSzPct val="70000"/>
              <a:defRPr sz="1600">
                <a:solidFill>
                  <a:schemeClr val="bg1"/>
                </a:solidFill>
              </a:defRPr>
            </a:lvl2pPr>
            <a:lvl3pPr marL="719982" indent="-239994">
              <a:lnSpc>
                <a:spcPct val="100000"/>
              </a:lnSpc>
              <a:spcBef>
                <a:spcPts val="0"/>
              </a:spcBef>
              <a:spcAft>
                <a:spcPts val="800"/>
              </a:spcAft>
              <a:buSzPct val="70000"/>
              <a:defRPr sz="1600">
                <a:solidFill>
                  <a:schemeClr val="bg1"/>
                </a:solidFill>
              </a:defRPr>
            </a:lvl3pPr>
            <a:lvl4pPr marL="959976" indent="-239994">
              <a:lnSpc>
                <a:spcPct val="100000"/>
              </a:lnSpc>
              <a:spcBef>
                <a:spcPts val="0"/>
              </a:spcBef>
              <a:spcAft>
                <a:spcPts val="800"/>
              </a:spcAft>
              <a:buSzPct val="70000"/>
              <a:defRPr lang="en-US" sz="1600" kern="1200" dirty="0">
                <a:solidFill>
                  <a:schemeClr val="bg1"/>
                </a:solidFill>
                <a:latin typeface="+mn-lt"/>
                <a:ea typeface="+mn-ea"/>
                <a:cs typeface="+mn-cs"/>
              </a:defRPr>
            </a:lvl4pPr>
            <a:lvl5pPr marL="1199970" indent="-239994">
              <a:lnSpc>
                <a:spcPct val="100000"/>
              </a:lnSpc>
              <a:spcBef>
                <a:spcPts val="0"/>
              </a:spcBef>
              <a:spcAft>
                <a:spcPts val="800"/>
              </a:spcAft>
              <a:buSzPct val="70000"/>
              <a:defRPr sz="1600">
                <a:solidFill>
                  <a:schemeClr val="bg1"/>
                </a:solidFill>
              </a:defRPr>
            </a:lvl5pPr>
            <a:lvl6pPr marL="1439964" indent="-239994">
              <a:lnSpc>
                <a:spcPct val="100000"/>
              </a:lnSpc>
              <a:spcBef>
                <a:spcPts val="0"/>
              </a:spcBef>
              <a:buSzPct val="70000"/>
              <a:buFont typeface="Arial" panose="020B0604020202020204" pitchFamily="34" charset="0"/>
              <a:buChar char="•"/>
              <a:defRPr sz="1467">
                <a:solidFill>
                  <a:schemeClr val="tx2"/>
                </a:solidFill>
              </a:defRPr>
            </a:lvl6pPr>
            <a:lvl7pPr marL="1439964">
              <a:defRPr sz="16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Box 19">
            <a:extLst>
              <a:ext uri="{FF2B5EF4-FFF2-40B4-BE49-F238E27FC236}">
                <a16:creationId xmlns:a16="http://schemas.microsoft.com/office/drawing/2014/main" id="{38BB2193-E2EE-013C-3734-26FE2B6F289C}"/>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21" name="Slide Number Placeholder 5">
            <a:extLst>
              <a:ext uri="{FF2B5EF4-FFF2-40B4-BE49-F238E27FC236}">
                <a16:creationId xmlns:a16="http://schemas.microsoft.com/office/drawing/2014/main" id="{94D6E453-33BB-3D1A-87F2-BF23E7DB064B}"/>
              </a:ext>
            </a:extLst>
          </p:cNvPr>
          <p:cNvSpPr txBox="1">
            <a:spLocks/>
          </p:cNvSpPr>
          <p:nvPr userDrawn="1"/>
        </p:nvSpPr>
        <p:spPr>
          <a:xfrm>
            <a:off x="558803" y="6478009"/>
            <a:ext cx="166712"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2" name="Footer Placeholder 2">
            <a:extLst>
              <a:ext uri="{FF2B5EF4-FFF2-40B4-BE49-F238E27FC236}">
                <a16:creationId xmlns:a16="http://schemas.microsoft.com/office/drawing/2014/main" id="{25631BE9-7C06-22AD-145E-78B1BD5F79B4}"/>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endParaRPr lang="en-US" dirty="0"/>
          </a:p>
        </p:txBody>
      </p:sp>
      <p:cxnSp>
        <p:nvCxnSpPr>
          <p:cNvPr id="2" name="Straight Connector 1">
            <a:extLst>
              <a:ext uri="{FF2B5EF4-FFF2-40B4-BE49-F238E27FC236}">
                <a16:creationId xmlns:a16="http://schemas.microsoft.com/office/drawing/2014/main" id="{0A2D64AD-CA51-6052-F8E8-9F2B58C6499D}"/>
              </a:ext>
            </a:extLst>
          </p:cNvPr>
          <p:cNvCxnSpPr>
            <a:cxnSpLocks/>
          </p:cNvCxnSpPr>
          <p:nvPr userDrawn="1"/>
        </p:nvCxnSpPr>
        <p:spPr>
          <a:xfrm>
            <a:off x="1871480" y="6457200"/>
            <a:ext cx="0" cy="192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8" name="Picture 7" descr="Icon&#10;&#10;Description automatically generated">
            <a:extLst>
              <a:ext uri="{FF2B5EF4-FFF2-40B4-BE49-F238E27FC236}">
                <a16:creationId xmlns:a16="http://schemas.microsoft.com/office/drawing/2014/main" id="{FE826328-3B3B-6394-6345-C5090DEFE30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15937" y="6157420"/>
            <a:ext cx="1017249" cy="484800"/>
          </a:xfrm>
          <a:prstGeom prst="rect">
            <a:avLst/>
          </a:prstGeom>
        </p:spPr>
      </p:pic>
    </p:spTree>
    <p:extLst>
      <p:ext uri="{BB962C8B-B14F-4D97-AF65-F5344CB8AC3E}">
        <p14:creationId xmlns:p14="http://schemas.microsoft.com/office/powerpoint/2010/main" val="200123510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3.6 - 3xBullet dark">
    <p:bg>
      <p:bgPr>
        <a:solidFill>
          <a:schemeClr val="tx2"/>
        </a:solidFill>
        <a:effectLst/>
      </p:bgPr>
    </p:bg>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556800" y="527928"/>
            <a:ext cx="11078400" cy="454205"/>
          </a:xfrm>
          <a:prstGeom prst="rect">
            <a:avLst/>
          </a:prstGeom>
        </p:spPr>
        <p:txBody>
          <a:bodyPr lIns="0" tIns="0" rIns="0" bIns="0"/>
          <a:lstStyle>
            <a:lvl1pPr marL="0" indent="0">
              <a:lnSpc>
                <a:spcPct val="100000"/>
              </a:lnSpc>
              <a:spcBef>
                <a:spcPts val="0"/>
              </a:spcBef>
              <a:buNone/>
              <a:defRPr sz="3200" baseline="0">
                <a:solidFill>
                  <a:schemeClr val="bg1"/>
                </a:solidFill>
                <a:latin typeface="Nokia Pure Headline Light" panose="020B0304020202020204" pitchFamily="34" charset="0"/>
              </a:defRPr>
            </a:lvl1pPr>
          </a:lstStyle>
          <a:p>
            <a:pPr lvl="0"/>
            <a:r>
              <a:rPr lang="en-US" noProof="0" dirty="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556800" y="1019360"/>
            <a:ext cx="11078400" cy="454205"/>
          </a:xfrm>
          <a:prstGeom prst="rect">
            <a:avLst/>
          </a:prstGeom>
        </p:spPr>
        <p:txBody>
          <a:bodyPr lIns="0" tIns="0" rIns="0" bIns="0"/>
          <a:lstStyle>
            <a:lvl1pPr marL="0" indent="0">
              <a:lnSpc>
                <a:spcPct val="100000"/>
              </a:lnSpc>
              <a:spcBef>
                <a:spcPts val="0"/>
              </a:spcBef>
              <a:buNone/>
              <a:defRPr sz="2400" baseline="0">
                <a:solidFill>
                  <a:schemeClr val="bg1"/>
                </a:solidFill>
                <a:latin typeface="Nokia Pure Headline Light" panose="020B0304020202020204" pitchFamily="34" charset="0"/>
              </a:defRPr>
            </a:lvl1pPr>
          </a:lstStyle>
          <a:p>
            <a:pPr lvl="0"/>
            <a:r>
              <a:rPr lang="en-US" noProof="0" dirty="0"/>
              <a:t>Click to edit headline</a:t>
            </a:r>
          </a:p>
        </p:txBody>
      </p:sp>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556451" y="1680000"/>
            <a:ext cx="3600000" cy="4158640"/>
          </a:xfrm>
          <a:prstGeom prst="rect">
            <a:avLst/>
          </a:prstGeom>
        </p:spPr>
        <p:txBody>
          <a:bodyPr lIns="0" tIns="0" rIns="0" bIns="0"/>
          <a:lstStyle>
            <a:lvl1pPr marL="239994" indent="-239994">
              <a:lnSpc>
                <a:spcPct val="100000"/>
              </a:lnSpc>
              <a:spcBef>
                <a:spcPts val="0"/>
              </a:spcBef>
              <a:spcAft>
                <a:spcPts val="800"/>
              </a:spcAft>
              <a:buSzPct val="70000"/>
              <a:defRPr sz="1600">
                <a:solidFill>
                  <a:schemeClr val="bg1"/>
                </a:solidFill>
              </a:defRPr>
            </a:lvl1pPr>
            <a:lvl2pPr marL="479988" indent="-239994">
              <a:lnSpc>
                <a:spcPct val="100000"/>
              </a:lnSpc>
              <a:spcBef>
                <a:spcPts val="0"/>
              </a:spcBef>
              <a:spcAft>
                <a:spcPts val="800"/>
              </a:spcAft>
              <a:buSzPct val="70000"/>
              <a:defRPr sz="1600">
                <a:solidFill>
                  <a:schemeClr val="bg1"/>
                </a:solidFill>
              </a:defRPr>
            </a:lvl2pPr>
            <a:lvl3pPr marL="719982" indent="-239994">
              <a:lnSpc>
                <a:spcPct val="100000"/>
              </a:lnSpc>
              <a:spcBef>
                <a:spcPts val="0"/>
              </a:spcBef>
              <a:spcAft>
                <a:spcPts val="800"/>
              </a:spcAft>
              <a:buSzPct val="70000"/>
              <a:defRPr sz="1600">
                <a:solidFill>
                  <a:schemeClr val="bg1"/>
                </a:solidFill>
              </a:defRPr>
            </a:lvl3pPr>
            <a:lvl4pPr marL="959976" indent="-239994">
              <a:lnSpc>
                <a:spcPct val="100000"/>
              </a:lnSpc>
              <a:spcBef>
                <a:spcPts val="0"/>
              </a:spcBef>
              <a:spcAft>
                <a:spcPts val="800"/>
              </a:spcAft>
              <a:buSzPct val="70000"/>
              <a:defRPr lang="en-US" sz="1600" kern="1200" dirty="0">
                <a:solidFill>
                  <a:schemeClr val="bg1"/>
                </a:solidFill>
                <a:latin typeface="+mn-lt"/>
                <a:ea typeface="+mn-ea"/>
                <a:cs typeface="+mn-cs"/>
              </a:defRPr>
            </a:lvl4pPr>
            <a:lvl5pPr marL="1199970" indent="-239994">
              <a:lnSpc>
                <a:spcPct val="100000"/>
              </a:lnSpc>
              <a:spcBef>
                <a:spcPts val="0"/>
              </a:spcBef>
              <a:spcAft>
                <a:spcPts val="800"/>
              </a:spcAft>
              <a:buSzPct val="70000"/>
              <a:defRPr sz="1600">
                <a:solidFill>
                  <a:schemeClr val="bg1"/>
                </a:solidFill>
              </a:defRPr>
            </a:lvl5pPr>
            <a:lvl6pPr marL="1439964" indent="-239994">
              <a:lnSpc>
                <a:spcPct val="100000"/>
              </a:lnSpc>
              <a:spcBef>
                <a:spcPts val="0"/>
              </a:spcBef>
              <a:buSzPct val="70000"/>
              <a:buFont typeface="Arial" panose="020B0604020202020204" pitchFamily="34" charset="0"/>
              <a:buChar char="•"/>
              <a:defRPr sz="1467">
                <a:solidFill>
                  <a:schemeClr val="tx2"/>
                </a:solidFill>
              </a:defRPr>
            </a:lvl6pPr>
            <a:lvl7pPr marL="1439964">
              <a:defRPr sz="16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12">
            <a:extLst>
              <a:ext uri="{FF2B5EF4-FFF2-40B4-BE49-F238E27FC236}">
                <a16:creationId xmlns:a16="http://schemas.microsoft.com/office/drawing/2014/main" id="{1BB609BD-442B-5330-C543-B4F748F8321A}"/>
              </a:ext>
            </a:extLst>
          </p:cNvPr>
          <p:cNvSpPr>
            <a:spLocks noGrp="1"/>
          </p:cNvSpPr>
          <p:nvPr>
            <p:ph type="body" sz="quarter" idx="16"/>
          </p:nvPr>
        </p:nvSpPr>
        <p:spPr>
          <a:xfrm>
            <a:off x="4296000" y="1680000"/>
            <a:ext cx="3600000" cy="4158640"/>
          </a:xfrm>
          <a:prstGeom prst="rect">
            <a:avLst/>
          </a:prstGeom>
        </p:spPr>
        <p:txBody>
          <a:bodyPr lIns="0" tIns="0" rIns="0" bIns="0"/>
          <a:lstStyle>
            <a:lvl1pPr marL="239994" indent="-239994">
              <a:lnSpc>
                <a:spcPct val="100000"/>
              </a:lnSpc>
              <a:spcBef>
                <a:spcPts val="0"/>
              </a:spcBef>
              <a:spcAft>
                <a:spcPts val="800"/>
              </a:spcAft>
              <a:buSzPct val="70000"/>
              <a:defRPr sz="1600">
                <a:solidFill>
                  <a:schemeClr val="bg1"/>
                </a:solidFill>
              </a:defRPr>
            </a:lvl1pPr>
            <a:lvl2pPr marL="479988" indent="-239994">
              <a:lnSpc>
                <a:spcPct val="100000"/>
              </a:lnSpc>
              <a:spcBef>
                <a:spcPts val="0"/>
              </a:spcBef>
              <a:spcAft>
                <a:spcPts val="800"/>
              </a:spcAft>
              <a:buSzPct val="70000"/>
              <a:defRPr sz="1600">
                <a:solidFill>
                  <a:schemeClr val="bg1"/>
                </a:solidFill>
              </a:defRPr>
            </a:lvl2pPr>
            <a:lvl3pPr marL="719982" indent="-239994">
              <a:lnSpc>
                <a:spcPct val="100000"/>
              </a:lnSpc>
              <a:spcBef>
                <a:spcPts val="0"/>
              </a:spcBef>
              <a:spcAft>
                <a:spcPts val="800"/>
              </a:spcAft>
              <a:buSzPct val="70000"/>
              <a:defRPr sz="1600">
                <a:solidFill>
                  <a:schemeClr val="bg1"/>
                </a:solidFill>
              </a:defRPr>
            </a:lvl3pPr>
            <a:lvl4pPr marL="959976" indent="-239994">
              <a:lnSpc>
                <a:spcPct val="100000"/>
              </a:lnSpc>
              <a:spcBef>
                <a:spcPts val="0"/>
              </a:spcBef>
              <a:spcAft>
                <a:spcPts val="800"/>
              </a:spcAft>
              <a:buSzPct val="70000"/>
              <a:defRPr lang="en-US" sz="1600" kern="1200" dirty="0">
                <a:solidFill>
                  <a:schemeClr val="bg1"/>
                </a:solidFill>
                <a:latin typeface="+mn-lt"/>
                <a:ea typeface="+mn-ea"/>
                <a:cs typeface="+mn-cs"/>
              </a:defRPr>
            </a:lvl4pPr>
            <a:lvl5pPr marL="1199970" indent="-239994">
              <a:lnSpc>
                <a:spcPct val="100000"/>
              </a:lnSpc>
              <a:spcBef>
                <a:spcPts val="0"/>
              </a:spcBef>
              <a:spcAft>
                <a:spcPts val="800"/>
              </a:spcAft>
              <a:buSzPct val="70000"/>
              <a:defRPr sz="1600">
                <a:solidFill>
                  <a:schemeClr val="bg1"/>
                </a:solidFill>
              </a:defRPr>
            </a:lvl5pPr>
            <a:lvl6pPr marL="1439964" indent="-239994">
              <a:lnSpc>
                <a:spcPct val="100000"/>
              </a:lnSpc>
              <a:spcBef>
                <a:spcPts val="0"/>
              </a:spcBef>
              <a:buSzPct val="70000"/>
              <a:buFont typeface="Arial" panose="020B0604020202020204" pitchFamily="34" charset="0"/>
              <a:buChar char="•"/>
              <a:defRPr sz="1467">
                <a:solidFill>
                  <a:schemeClr val="tx2"/>
                </a:solidFill>
              </a:defRPr>
            </a:lvl6pPr>
            <a:lvl7pPr marL="1439964">
              <a:defRPr sz="16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12">
            <a:extLst>
              <a:ext uri="{FF2B5EF4-FFF2-40B4-BE49-F238E27FC236}">
                <a16:creationId xmlns:a16="http://schemas.microsoft.com/office/drawing/2014/main" id="{E664E6E2-580B-C0EC-85A4-858E1F7656F4}"/>
              </a:ext>
            </a:extLst>
          </p:cNvPr>
          <p:cNvSpPr>
            <a:spLocks noGrp="1"/>
          </p:cNvSpPr>
          <p:nvPr>
            <p:ph type="body" sz="quarter" idx="17"/>
          </p:nvPr>
        </p:nvSpPr>
        <p:spPr>
          <a:xfrm>
            <a:off x="8035550" y="1680000"/>
            <a:ext cx="3596877" cy="4158640"/>
          </a:xfrm>
          <a:prstGeom prst="rect">
            <a:avLst/>
          </a:prstGeom>
        </p:spPr>
        <p:txBody>
          <a:bodyPr lIns="0" tIns="0" rIns="0" bIns="0"/>
          <a:lstStyle>
            <a:lvl1pPr marL="239994" indent="-239994">
              <a:lnSpc>
                <a:spcPct val="100000"/>
              </a:lnSpc>
              <a:spcBef>
                <a:spcPts val="0"/>
              </a:spcBef>
              <a:spcAft>
                <a:spcPts val="800"/>
              </a:spcAft>
              <a:buSzPct val="70000"/>
              <a:defRPr sz="1600">
                <a:solidFill>
                  <a:schemeClr val="bg1"/>
                </a:solidFill>
              </a:defRPr>
            </a:lvl1pPr>
            <a:lvl2pPr marL="479988" indent="-239994">
              <a:lnSpc>
                <a:spcPct val="100000"/>
              </a:lnSpc>
              <a:spcBef>
                <a:spcPts val="0"/>
              </a:spcBef>
              <a:spcAft>
                <a:spcPts val="800"/>
              </a:spcAft>
              <a:buSzPct val="70000"/>
              <a:defRPr sz="1600">
                <a:solidFill>
                  <a:schemeClr val="bg1"/>
                </a:solidFill>
              </a:defRPr>
            </a:lvl2pPr>
            <a:lvl3pPr marL="719982" indent="-239994">
              <a:lnSpc>
                <a:spcPct val="100000"/>
              </a:lnSpc>
              <a:spcBef>
                <a:spcPts val="0"/>
              </a:spcBef>
              <a:spcAft>
                <a:spcPts val="800"/>
              </a:spcAft>
              <a:buSzPct val="70000"/>
              <a:defRPr sz="1600">
                <a:solidFill>
                  <a:schemeClr val="bg1"/>
                </a:solidFill>
              </a:defRPr>
            </a:lvl3pPr>
            <a:lvl4pPr marL="959976" indent="-239994">
              <a:lnSpc>
                <a:spcPct val="100000"/>
              </a:lnSpc>
              <a:spcBef>
                <a:spcPts val="0"/>
              </a:spcBef>
              <a:spcAft>
                <a:spcPts val="800"/>
              </a:spcAft>
              <a:buSzPct val="70000"/>
              <a:defRPr lang="en-US" sz="1600" kern="1200" dirty="0">
                <a:solidFill>
                  <a:schemeClr val="bg1"/>
                </a:solidFill>
                <a:latin typeface="+mn-lt"/>
                <a:ea typeface="+mn-ea"/>
                <a:cs typeface="+mn-cs"/>
              </a:defRPr>
            </a:lvl4pPr>
            <a:lvl5pPr marL="1199970" indent="-239994">
              <a:lnSpc>
                <a:spcPct val="100000"/>
              </a:lnSpc>
              <a:spcBef>
                <a:spcPts val="0"/>
              </a:spcBef>
              <a:spcAft>
                <a:spcPts val="800"/>
              </a:spcAft>
              <a:buSzPct val="70000"/>
              <a:defRPr sz="1600">
                <a:solidFill>
                  <a:schemeClr val="bg1"/>
                </a:solidFill>
              </a:defRPr>
            </a:lvl5pPr>
            <a:lvl6pPr marL="1439964" indent="-239994">
              <a:lnSpc>
                <a:spcPct val="100000"/>
              </a:lnSpc>
              <a:spcBef>
                <a:spcPts val="0"/>
              </a:spcBef>
              <a:buSzPct val="70000"/>
              <a:buFont typeface="Arial" panose="020B0604020202020204" pitchFamily="34" charset="0"/>
              <a:buChar char="•"/>
              <a:defRPr sz="1467">
                <a:solidFill>
                  <a:schemeClr val="tx2"/>
                </a:solidFill>
              </a:defRPr>
            </a:lvl6pPr>
            <a:lvl7pPr marL="1439964">
              <a:defRPr sz="16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Box 20">
            <a:extLst>
              <a:ext uri="{FF2B5EF4-FFF2-40B4-BE49-F238E27FC236}">
                <a16:creationId xmlns:a16="http://schemas.microsoft.com/office/drawing/2014/main" id="{0B09C184-344B-3A37-4BC9-5F46DC81EA51}"/>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22" name="Slide Number Placeholder 5">
            <a:extLst>
              <a:ext uri="{FF2B5EF4-FFF2-40B4-BE49-F238E27FC236}">
                <a16:creationId xmlns:a16="http://schemas.microsoft.com/office/drawing/2014/main" id="{EA23E53E-BC8E-B2D9-8857-89A24EB07F95}"/>
              </a:ext>
            </a:extLst>
          </p:cNvPr>
          <p:cNvSpPr txBox="1">
            <a:spLocks/>
          </p:cNvSpPr>
          <p:nvPr userDrawn="1"/>
        </p:nvSpPr>
        <p:spPr>
          <a:xfrm>
            <a:off x="558803" y="6478009"/>
            <a:ext cx="166712"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3" name="Footer Placeholder 2">
            <a:extLst>
              <a:ext uri="{FF2B5EF4-FFF2-40B4-BE49-F238E27FC236}">
                <a16:creationId xmlns:a16="http://schemas.microsoft.com/office/drawing/2014/main" id="{E99784FE-D6A8-9580-1007-194EF43C8A28}"/>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endParaRPr lang="en-US" dirty="0"/>
          </a:p>
        </p:txBody>
      </p:sp>
      <p:cxnSp>
        <p:nvCxnSpPr>
          <p:cNvPr id="2" name="Straight Connector 1">
            <a:extLst>
              <a:ext uri="{FF2B5EF4-FFF2-40B4-BE49-F238E27FC236}">
                <a16:creationId xmlns:a16="http://schemas.microsoft.com/office/drawing/2014/main" id="{8DE24107-2DCD-2619-7BC4-E45D28F1E65B}"/>
              </a:ext>
            </a:extLst>
          </p:cNvPr>
          <p:cNvCxnSpPr>
            <a:cxnSpLocks/>
          </p:cNvCxnSpPr>
          <p:nvPr userDrawn="1"/>
        </p:nvCxnSpPr>
        <p:spPr>
          <a:xfrm>
            <a:off x="1871480" y="6457200"/>
            <a:ext cx="0" cy="192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7" name="Picture 6" descr="Icon&#10;&#10;Description automatically generated">
            <a:extLst>
              <a:ext uri="{FF2B5EF4-FFF2-40B4-BE49-F238E27FC236}">
                <a16:creationId xmlns:a16="http://schemas.microsoft.com/office/drawing/2014/main" id="{3DEE9466-49D5-5849-BE45-0581E946166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15937" y="6157420"/>
            <a:ext cx="1017249" cy="484800"/>
          </a:xfrm>
          <a:prstGeom prst="rect">
            <a:avLst/>
          </a:prstGeom>
        </p:spPr>
      </p:pic>
    </p:spTree>
    <p:extLst>
      <p:ext uri="{BB962C8B-B14F-4D97-AF65-F5344CB8AC3E}">
        <p14:creationId xmlns:p14="http://schemas.microsoft.com/office/powerpoint/2010/main" val="312017655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3.7 - 4xBullet dark">
    <p:bg>
      <p:bgPr>
        <a:solidFill>
          <a:schemeClr val="tx2"/>
        </a:solidFill>
        <a:effectLst/>
      </p:bgPr>
    </p:bg>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556800" y="527928"/>
            <a:ext cx="11078400" cy="454205"/>
          </a:xfrm>
          <a:prstGeom prst="rect">
            <a:avLst/>
          </a:prstGeom>
        </p:spPr>
        <p:txBody>
          <a:bodyPr lIns="0" tIns="0" rIns="0" bIns="0"/>
          <a:lstStyle>
            <a:lvl1pPr marL="0" indent="0">
              <a:lnSpc>
                <a:spcPct val="100000"/>
              </a:lnSpc>
              <a:spcBef>
                <a:spcPts val="0"/>
              </a:spcBef>
              <a:buNone/>
              <a:defRPr sz="3200" baseline="0">
                <a:solidFill>
                  <a:schemeClr val="bg1"/>
                </a:solidFill>
                <a:latin typeface="Nokia Pure Headline Light" panose="020B0304020202020204" pitchFamily="34" charset="0"/>
              </a:defRPr>
            </a:lvl1pPr>
          </a:lstStyle>
          <a:p>
            <a:pPr lvl="0"/>
            <a:r>
              <a:rPr lang="en-US" noProof="0" dirty="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556800" y="1019360"/>
            <a:ext cx="11078400" cy="454205"/>
          </a:xfrm>
          <a:prstGeom prst="rect">
            <a:avLst/>
          </a:prstGeom>
        </p:spPr>
        <p:txBody>
          <a:bodyPr lIns="0" tIns="0" rIns="0" bIns="0"/>
          <a:lstStyle>
            <a:lvl1pPr marL="0" indent="0">
              <a:lnSpc>
                <a:spcPct val="100000"/>
              </a:lnSpc>
              <a:spcBef>
                <a:spcPts val="0"/>
              </a:spcBef>
              <a:buNone/>
              <a:defRPr sz="2400" baseline="0">
                <a:solidFill>
                  <a:schemeClr val="bg1"/>
                </a:solidFill>
                <a:latin typeface="Nokia Pure Headline Light" panose="020B0304020202020204" pitchFamily="34" charset="0"/>
              </a:defRPr>
            </a:lvl1pPr>
          </a:lstStyle>
          <a:p>
            <a:pPr lvl="0"/>
            <a:r>
              <a:rPr lang="en-US" noProof="0" dirty="0"/>
              <a:t>Click to edit headline</a:t>
            </a:r>
          </a:p>
        </p:txBody>
      </p:sp>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556451" y="1680000"/>
            <a:ext cx="2640000" cy="4158640"/>
          </a:xfrm>
          <a:prstGeom prst="rect">
            <a:avLst/>
          </a:prstGeom>
        </p:spPr>
        <p:txBody>
          <a:bodyPr lIns="0" tIns="0" rIns="0" bIns="0"/>
          <a:lstStyle>
            <a:lvl1pPr marL="239994" indent="-239994">
              <a:lnSpc>
                <a:spcPct val="100000"/>
              </a:lnSpc>
              <a:spcBef>
                <a:spcPts val="0"/>
              </a:spcBef>
              <a:spcAft>
                <a:spcPts val="800"/>
              </a:spcAft>
              <a:buSzPct val="70000"/>
              <a:defRPr sz="1600">
                <a:solidFill>
                  <a:schemeClr val="bg1"/>
                </a:solidFill>
              </a:defRPr>
            </a:lvl1pPr>
            <a:lvl2pPr marL="479988" indent="-239994">
              <a:lnSpc>
                <a:spcPct val="100000"/>
              </a:lnSpc>
              <a:spcBef>
                <a:spcPts val="0"/>
              </a:spcBef>
              <a:spcAft>
                <a:spcPts val="800"/>
              </a:spcAft>
              <a:buSzPct val="70000"/>
              <a:defRPr sz="1600">
                <a:solidFill>
                  <a:schemeClr val="bg1"/>
                </a:solidFill>
              </a:defRPr>
            </a:lvl2pPr>
            <a:lvl3pPr marL="719982" indent="-239994">
              <a:lnSpc>
                <a:spcPct val="100000"/>
              </a:lnSpc>
              <a:spcBef>
                <a:spcPts val="0"/>
              </a:spcBef>
              <a:spcAft>
                <a:spcPts val="800"/>
              </a:spcAft>
              <a:buSzPct val="70000"/>
              <a:defRPr sz="1600">
                <a:solidFill>
                  <a:schemeClr val="bg1"/>
                </a:solidFill>
              </a:defRPr>
            </a:lvl3pPr>
            <a:lvl4pPr marL="959976" indent="-239994">
              <a:lnSpc>
                <a:spcPct val="100000"/>
              </a:lnSpc>
              <a:spcBef>
                <a:spcPts val="0"/>
              </a:spcBef>
              <a:spcAft>
                <a:spcPts val="800"/>
              </a:spcAft>
              <a:buSzPct val="70000"/>
              <a:defRPr lang="en-US" sz="1600" kern="1200" dirty="0">
                <a:solidFill>
                  <a:schemeClr val="bg1"/>
                </a:solidFill>
                <a:latin typeface="+mn-lt"/>
                <a:ea typeface="+mn-ea"/>
                <a:cs typeface="+mn-cs"/>
              </a:defRPr>
            </a:lvl4pPr>
            <a:lvl5pPr marL="1199970" indent="-239994">
              <a:lnSpc>
                <a:spcPct val="100000"/>
              </a:lnSpc>
              <a:spcBef>
                <a:spcPts val="0"/>
              </a:spcBef>
              <a:spcAft>
                <a:spcPts val="800"/>
              </a:spcAft>
              <a:buSzPct val="70000"/>
              <a:defRPr sz="1600">
                <a:solidFill>
                  <a:schemeClr val="bg1"/>
                </a:solidFill>
              </a:defRPr>
            </a:lvl5pPr>
            <a:lvl6pPr marL="1439964" indent="-239994">
              <a:lnSpc>
                <a:spcPct val="100000"/>
              </a:lnSpc>
              <a:spcBef>
                <a:spcPts val="0"/>
              </a:spcBef>
              <a:buSzPct val="70000"/>
              <a:buFont typeface="Arial" panose="020B0604020202020204" pitchFamily="34" charset="0"/>
              <a:buChar char="•"/>
              <a:defRPr sz="1467">
                <a:solidFill>
                  <a:schemeClr val="tx2"/>
                </a:solidFill>
              </a:defRPr>
            </a:lvl6pPr>
            <a:lvl7pPr marL="1439964">
              <a:defRPr sz="16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12">
            <a:extLst>
              <a:ext uri="{FF2B5EF4-FFF2-40B4-BE49-F238E27FC236}">
                <a16:creationId xmlns:a16="http://schemas.microsoft.com/office/drawing/2014/main" id="{1BB609BD-442B-5330-C543-B4F748F8321A}"/>
              </a:ext>
            </a:extLst>
          </p:cNvPr>
          <p:cNvSpPr>
            <a:spLocks noGrp="1"/>
          </p:cNvSpPr>
          <p:nvPr>
            <p:ph type="body" sz="quarter" idx="16"/>
          </p:nvPr>
        </p:nvSpPr>
        <p:spPr>
          <a:xfrm>
            <a:off x="3368443" y="1680000"/>
            <a:ext cx="2640000" cy="4158640"/>
          </a:xfrm>
          <a:prstGeom prst="rect">
            <a:avLst/>
          </a:prstGeom>
        </p:spPr>
        <p:txBody>
          <a:bodyPr lIns="0" tIns="0" rIns="0" bIns="0"/>
          <a:lstStyle>
            <a:lvl1pPr marL="239994" indent="-239994">
              <a:lnSpc>
                <a:spcPct val="100000"/>
              </a:lnSpc>
              <a:spcBef>
                <a:spcPts val="0"/>
              </a:spcBef>
              <a:spcAft>
                <a:spcPts val="800"/>
              </a:spcAft>
              <a:buSzPct val="70000"/>
              <a:defRPr sz="1600">
                <a:solidFill>
                  <a:schemeClr val="bg1"/>
                </a:solidFill>
              </a:defRPr>
            </a:lvl1pPr>
            <a:lvl2pPr marL="479988" indent="-239994">
              <a:lnSpc>
                <a:spcPct val="100000"/>
              </a:lnSpc>
              <a:spcBef>
                <a:spcPts val="0"/>
              </a:spcBef>
              <a:spcAft>
                <a:spcPts val="800"/>
              </a:spcAft>
              <a:buSzPct val="70000"/>
              <a:defRPr sz="1600">
                <a:solidFill>
                  <a:schemeClr val="bg1"/>
                </a:solidFill>
              </a:defRPr>
            </a:lvl2pPr>
            <a:lvl3pPr marL="719982" indent="-239994">
              <a:lnSpc>
                <a:spcPct val="100000"/>
              </a:lnSpc>
              <a:spcBef>
                <a:spcPts val="0"/>
              </a:spcBef>
              <a:spcAft>
                <a:spcPts val="800"/>
              </a:spcAft>
              <a:buSzPct val="70000"/>
              <a:defRPr sz="1600">
                <a:solidFill>
                  <a:schemeClr val="bg1"/>
                </a:solidFill>
              </a:defRPr>
            </a:lvl3pPr>
            <a:lvl4pPr marL="959976" indent="-239994">
              <a:lnSpc>
                <a:spcPct val="100000"/>
              </a:lnSpc>
              <a:spcBef>
                <a:spcPts val="0"/>
              </a:spcBef>
              <a:spcAft>
                <a:spcPts val="800"/>
              </a:spcAft>
              <a:buSzPct val="70000"/>
              <a:defRPr lang="en-US" sz="1600" kern="1200" dirty="0">
                <a:solidFill>
                  <a:schemeClr val="bg1"/>
                </a:solidFill>
                <a:latin typeface="+mn-lt"/>
                <a:ea typeface="+mn-ea"/>
                <a:cs typeface="+mn-cs"/>
              </a:defRPr>
            </a:lvl4pPr>
            <a:lvl5pPr marL="1199970" indent="-239994">
              <a:lnSpc>
                <a:spcPct val="100000"/>
              </a:lnSpc>
              <a:spcBef>
                <a:spcPts val="0"/>
              </a:spcBef>
              <a:spcAft>
                <a:spcPts val="800"/>
              </a:spcAft>
              <a:buSzPct val="70000"/>
              <a:defRPr sz="1600">
                <a:solidFill>
                  <a:schemeClr val="bg1"/>
                </a:solidFill>
              </a:defRPr>
            </a:lvl5pPr>
            <a:lvl6pPr marL="1439964" indent="-239994">
              <a:lnSpc>
                <a:spcPct val="100000"/>
              </a:lnSpc>
              <a:spcBef>
                <a:spcPts val="0"/>
              </a:spcBef>
              <a:buSzPct val="70000"/>
              <a:buFont typeface="Arial" panose="020B0604020202020204" pitchFamily="34" charset="0"/>
              <a:buChar char="•"/>
              <a:defRPr sz="1467">
                <a:solidFill>
                  <a:schemeClr val="tx2"/>
                </a:solidFill>
              </a:defRPr>
            </a:lvl6pPr>
            <a:lvl7pPr marL="1439964">
              <a:defRPr sz="16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12">
            <a:extLst>
              <a:ext uri="{FF2B5EF4-FFF2-40B4-BE49-F238E27FC236}">
                <a16:creationId xmlns:a16="http://schemas.microsoft.com/office/drawing/2014/main" id="{E664E6E2-580B-C0EC-85A4-858E1F7656F4}"/>
              </a:ext>
            </a:extLst>
          </p:cNvPr>
          <p:cNvSpPr>
            <a:spLocks noGrp="1"/>
          </p:cNvSpPr>
          <p:nvPr>
            <p:ph type="body" sz="quarter" idx="17"/>
          </p:nvPr>
        </p:nvSpPr>
        <p:spPr>
          <a:xfrm>
            <a:off x="6180435" y="1680000"/>
            <a:ext cx="2640000" cy="4158640"/>
          </a:xfrm>
          <a:prstGeom prst="rect">
            <a:avLst/>
          </a:prstGeom>
        </p:spPr>
        <p:txBody>
          <a:bodyPr lIns="0" tIns="0" rIns="0" bIns="0"/>
          <a:lstStyle>
            <a:lvl1pPr marL="239994" indent="-239994">
              <a:lnSpc>
                <a:spcPct val="100000"/>
              </a:lnSpc>
              <a:spcBef>
                <a:spcPts val="0"/>
              </a:spcBef>
              <a:spcAft>
                <a:spcPts val="800"/>
              </a:spcAft>
              <a:buSzPct val="70000"/>
              <a:defRPr sz="1600">
                <a:solidFill>
                  <a:schemeClr val="bg1"/>
                </a:solidFill>
              </a:defRPr>
            </a:lvl1pPr>
            <a:lvl2pPr marL="479988" indent="-239994">
              <a:lnSpc>
                <a:spcPct val="100000"/>
              </a:lnSpc>
              <a:spcBef>
                <a:spcPts val="0"/>
              </a:spcBef>
              <a:spcAft>
                <a:spcPts val="800"/>
              </a:spcAft>
              <a:buSzPct val="70000"/>
              <a:defRPr sz="1600">
                <a:solidFill>
                  <a:schemeClr val="bg1"/>
                </a:solidFill>
              </a:defRPr>
            </a:lvl2pPr>
            <a:lvl3pPr marL="719982" indent="-239994">
              <a:lnSpc>
                <a:spcPct val="100000"/>
              </a:lnSpc>
              <a:spcBef>
                <a:spcPts val="0"/>
              </a:spcBef>
              <a:spcAft>
                <a:spcPts val="800"/>
              </a:spcAft>
              <a:buSzPct val="70000"/>
              <a:defRPr sz="1600">
                <a:solidFill>
                  <a:schemeClr val="bg1"/>
                </a:solidFill>
              </a:defRPr>
            </a:lvl3pPr>
            <a:lvl4pPr marL="959976" indent="-239994">
              <a:lnSpc>
                <a:spcPct val="100000"/>
              </a:lnSpc>
              <a:spcBef>
                <a:spcPts val="0"/>
              </a:spcBef>
              <a:spcAft>
                <a:spcPts val="800"/>
              </a:spcAft>
              <a:buSzPct val="70000"/>
              <a:defRPr lang="en-US" sz="1600" kern="1200" dirty="0">
                <a:solidFill>
                  <a:schemeClr val="bg1"/>
                </a:solidFill>
                <a:latin typeface="+mn-lt"/>
                <a:ea typeface="+mn-ea"/>
                <a:cs typeface="+mn-cs"/>
              </a:defRPr>
            </a:lvl4pPr>
            <a:lvl5pPr marL="1199970" indent="-239994">
              <a:lnSpc>
                <a:spcPct val="100000"/>
              </a:lnSpc>
              <a:spcBef>
                <a:spcPts val="0"/>
              </a:spcBef>
              <a:spcAft>
                <a:spcPts val="800"/>
              </a:spcAft>
              <a:buSzPct val="70000"/>
              <a:defRPr sz="1600">
                <a:solidFill>
                  <a:schemeClr val="bg1"/>
                </a:solidFill>
              </a:defRPr>
            </a:lvl5pPr>
            <a:lvl6pPr marL="1439964" indent="-239994">
              <a:lnSpc>
                <a:spcPct val="100000"/>
              </a:lnSpc>
              <a:spcBef>
                <a:spcPts val="0"/>
              </a:spcBef>
              <a:buSzPct val="70000"/>
              <a:buFont typeface="Arial" panose="020B0604020202020204" pitchFamily="34" charset="0"/>
              <a:buChar char="•"/>
              <a:defRPr sz="1467">
                <a:solidFill>
                  <a:schemeClr val="tx2"/>
                </a:solidFill>
              </a:defRPr>
            </a:lvl6pPr>
            <a:lvl7pPr marL="1439964">
              <a:defRPr sz="16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12">
            <a:extLst>
              <a:ext uri="{FF2B5EF4-FFF2-40B4-BE49-F238E27FC236}">
                <a16:creationId xmlns:a16="http://schemas.microsoft.com/office/drawing/2014/main" id="{9C0B71B1-8B5E-9FD1-A1AD-D5AD8A665FFB}"/>
              </a:ext>
            </a:extLst>
          </p:cNvPr>
          <p:cNvSpPr>
            <a:spLocks noGrp="1"/>
          </p:cNvSpPr>
          <p:nvPr>
            <p:ph type="body" sz="quarter" idx="18"/>
          </p:nvPr>
        </p:nvSpPr>
        <p:spPr>
          <a:xfrm>
            <a:off x="8992427" y="1680000"/>
            <a:ext cx="2640000" cy="4158640"/>
          </a:xfrm>
          <a:prstGeom prst="rect">
            <a:avLst/>
          </a:prstGeom>
        </p:spPr>
        <p:txBody>
          <a:bodyPr lIns="0" tIns="0" rIns="0" bIns="0"/>
          <a:lstStyle>
            <a:lvl1pPr marL="239994" indent="-239994">
              <a:lnSpc>
                <a:spcPct val="100000"/>
              </a:lnSpc>
              <a:spcBef>
                <a:spcPts val="0"/>
              </a:spcBef>
              <a:spcAft>
                <a:spcPts val="800"/>
              </a:spcAft>
              <a:buSzPct val="70000"/>
              <a:defRPr sz="1600">
                <a:solidFill>
                  <a:schemeClr val="bg1"/>
                </a:solidFill>
              </a:defRPr>
            </a:lvl1pPr>
            <a:lvl2pPr marL="479988" indent="-239994">
              <a:lnSpc>
                <a:spcPct val="100000"/>
              </a:lnSpc>
              <a:spcBef>
                <a:spcPts val="0"/>
              </a:spcBef>
              <a:spcAft>
                <a:spcPts val="800"/>
              </a:spcAft>
              <a:buSzPct val="70000"/>
              <a:defRPr sz="1600">
                <a:solidFill>
                  <a:schemeClr val="bg1"/>
                </a:solidFill>
              </a:defRPr>
            </a:lvl2pPr>
            <a:lvl3pPr marL="719982" indent="-239994">
              <a:lnSpc>
                <a:spcPct val="100000"/>
              </a:lnSpc>
              <a:spcBef>
                <a:spcPts val="0"/>
              </a:spcBef>
              <a:spcAft>
                <a:spcPts val="800"/>
              </a:spcAft>
              <a:buSzPct val="70000"/>
              <a:defRPr sz="1600">
                <a:solidFill>
                  <a:schemeClr val="bg1"/>
                </a:solidFill>
              </a:defRPr>
            </a:lvl3pPr>
            <a:lvl4pPr marL="959976" indent="-239994">
              <a:lnSpc>
                <a:spcPct val="100000"/>
              </a:lnSpc>
              <a:spcBef>
                <a:spcPts val="0"/>
              </a:spcBef>
              <a:spcAft>
                <a:spcPts val="800"/>
              </a:spcAft>
              <a:buSzPct val="70000"/>
              <a:defRPr lang="en-US" sz="1600" kern="1200" dirty="0">
                <a:solidFill>
                  <a:schemeClr val="bg1"/>
                </a:solidFill>
                <a:latin typeface="+mn-lt"/>
                <a:ea typeface="+mn-ea"/>
                <a:cs typeface="+mn-cs"/>
              </a:defRPr>
            </a:lvl4pPr>
            <a:lvl5pPr marL="1199970" indent="-239994">
              <a:lnSpc>
                <a:spcPct val="100000"/>
              </a:lnSpc>
              <a:spcBef>
                <a:spcPts val="0"/>
              </a:spcBef>
              <a:spcAft>
                <a:spcPts val="800"/>
              </a:spcAft>
              <a:buSzPct val="70000"/>
              <a:defRPr sz="1600">
                <a:solidFill>
                  <a:schemeClr val="bg1"/>
                </a:solidFill>
              </a:defRPr>
            </a:lvl5pPr>
            <a:lvl6pPr marL="1439964" indent="-239994">
              <a:lnSpc>
                <a:spcPct val="100000"/>
              </a:lnSpc>
              <a:spcBef>
                <a:spcPts val="0"/>
              </a:spcBef>
              <a:buSzPct val="70000"/>
              <a:buFont typeface="Arial" panose="020B0604020202020204" pitchFamily="34" charset="0"/>
              <a:buChar char="•"/>
              <a:defRPr sz="1467">
                <a:solidFill>
                  <a:schemeClr val="tx2"/>
                </a:solidFill>
              </a:defRPr>
            </a:lvl6pPr>
            <a:lvl7pPr marL="1439964">
              <a:defRPr sz="1600"/>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TextBox 21">
            <a:extLst>
              <a:ext uri="{FF2B5EF4-FFF2-40B4-BE49-F238E27FC236}">
                <a16:creationId xmlns:a16="http://schemas.microsoft.com/office/drawing/2014/main" id="{3F8C1C72-A585-7ED5-651B-B528B3970818}"/>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23" name="Slide Number Placeholder 5">
            <a:extLst>
              <a:ext uri="{FF2B5EF4-FFF2-40B4-BE49-F238E27FC236}">
                <a16:creationId xmlns:a16="http://schemas.microsoft.com/office/drawing/2014/main" id="{D3FAF429-6C3E-019C-0537-840220A5BF93}"/>
              </a:ext>
            </a:extLst>
          </p:cNvPr>
          <p:cNvSpPr txBox="1">
            <a:spLocks/>
          </p:cNvSpPr>
          <p:nvPr userDrawn="1"/>
        </p:nvSpPr>
        <p:spPr>
          <a:xfrm>
            <a:off x="558803" y="6478009"/>
            <a:ext cx="166712"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4" name="Footer Placeholder 2">
            <a:extLst>
              <a:ext uri="{FF2B5EF4-FFF2-40B4-BE49-F238E27FC236}">
                <a16:creationId xmlns:a16="http://schemas.microsoft.com/office/drawing/2014/main" id="{14C8B806-8FC3-E969-CBCA-FAFFE8971D2A}"/>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endParaRPr lang="en-US" dirty="0"/>
          </a:p>
        </p:txBody>
      </p:sp>
      <p:cxnSp>
        <p:nvCxnSpPr>
          <p:cNvPr id="2" name="Straight Connector 1">
            <a:extLst>
              <a:ext uri="{FF2B5EF4-FFF2-40B4-BE49-F238E27FC236}">
                <a16:creationId xmlns:a16="http://schemas.microsoft.com/office/drawing/2014/main" id="{DF2582E6-5C26-0DFD-CCB0-AD1CB76443F7}"/>
              </a:ext>
            </a:extLst>
          </p:cNvPr>
          <p:cNvCxnSpPr>
            <a:cxnSpLocks/>
          </p:cNvCxnSpPr>
          <p:nvPr userDrawn="1"/>
        </p:nvCxnSpPr>
        <p:spPr>
          <a:xfrm>
            <a:off x="1871480" y="6457200"/>
            <a:ext cx="0" cy="192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10" name="Picture 9" descr="Icon&#10;&#10;Description automatically generated">
            <a:extLst>
              <a:ext uri="{FF2B5EF4-FFF2-40B4-BE49-F238E27FC236}">
                <a16:creationId xmlns:a16="http://schemas.microsoft.com/office/drawing/2014/main" id="{1732D478-B892-E3B8-8306-FE30FB6F974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15937" y="6157420"/>
            <a:ext cx="1017249" cy="484800"/>
          </a:xfrm>
          <a:prstGeom prst="rect">
            <a:avLst/>
          </a:prstGeom>
        </p:spPr>
      </p:pic>
    </p:spTree>
    <p:extLst>
      <p:ext uri="{BB962C8B-B14F-4D97-AF65-F5344CB8AC3E}">
        <p14:creationId xmlns:p14="http://schemas.microsoft.com/office/powerpoint/2010/main" val="356475635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3.8 - Numbered dark">
    <p:bg>
      <p:bgPr>
        <a:solidFill>
          <a:schemeClr val="tx2"/>
        </a:solidFill>
        <a:effectLst/>
      </p:bgPr>
    </p:bg>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556800" y="527928"/>
            <a:ext cx="11078400" cy="454205"/>
          </a:xfrm>
          <a:prstGeom prst="rect">
            <a:avLst/>
          </a:prstGeom>
        </p:spPr>
        <p:txBody>
          <a:bodyPr lIns="0" tIns="0" rIns="0" bIns="0"/>
          <a:lstStyle>
            <a:lvl1pPr marL="0" indent="0">
              <a:lnSpc>
                <a:spcPct val="100000"/>
              </a:lnSpc>
              <a:spcBef>
                <a:spcPts val="0"/>
              </a:spcBef>
              <a:buNone/>
              <a:defRPr sz="3200" baseline="0">
                <a:solidFill>
                  <a:schemeClr val="bg1"/>
                </a:solidFill>
                <a:latin typeface="Nokia Pure Headline Light" panose="020B0304020202020204" pitchFamily="34" charset="0"/>
              </a:defRPr>
            </a:lvl1pPr>
          </a:lstStyle>
          <a:p>
            <a:pPr lvl="0"/>
            <a:r>
              <a:rPr lang="en-US" noProof="0" dirty="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556800" y="1019360"/>
            <a:ext cx="11078400" cy="454205"/>
          </a:xfrm>
          <a:prstGeom prst="rect">
            <a:avLst/>
          </a:prstGeom>
        </p:spPr>
        <p:txBody>
          <a:bodyPr lIns="0" tIns="0" rIns="0" bIns="0"/>
          <a:lstStyle>
            <a:lvl1pPr marL="0" indent="0">
              <a:lnSpc>
                <a:spcPct val="100000"/>
              </a:lnSpc>
              <a:spcBef>
                <a:spcPts val="0"/>
              </a:spcBef>
              <a:buNone/>
              <a:defRPr sz="2400" baseline="0">
                <a:solidFill>
                  <a:schemeClr val="bg1"/>
                </a:solidFill>
                <a:latin typeface="Nokia Pure Headline Light" panose="020B0304020202020204" pitchFamily="34" charset="0"/>
              </a:defRPr>
            </a:lvl1pPr>
          </a:lstStyle>
          <a:p>
            <a:pPr lvl="0"/>
            <a:r>
              <a:rPr lang="en-US" noProof="0" dirty="0"/>
              <a:t>Click to edit headline</a:t>
            </a:r>
          </a:p>
        </p:txBody>
      </p:sp>
      <p:sp>
        <p:nvSpPr>
          <p:cNvPr id="3" name="Text Placeholder 2">
            <a:extLst>
              <a:ext uri="{FF2B5EF4-FFF2-40B4-BE49-F238E27FC236}">
                <a16:creationId xmlns:a16="http://schemas.microsoft.com/office/drawing/2014/main" id="{E0427494-DD66-A478-7CF6-11C578BC21E9}"/>
              </a:ext>
            </a:extLst>
          </p:cNvPr>
          <p:cNvSpPr>
            <a:spLocks noGrp="1"/>
          </p:cNvSpPr>
          <p:nvPr>
            <p:ph type="body" sz="quarter" idx="14" hasCustomPrompt="1"/>
          </p:nvPr>
        </p:nvSpPr>
        <p:spPr>
          <a:xfrm>
            <a:off x="556800" y="1680000"/>
            <a:ext cx="11078400" cy="4158640"/>
          </a:xfrm>
          <a:prstGeom prst="rect">
            <a:avLst/>
          </a:prstGeom>
        </p:spPr>
        <p:txBody>
          <a:bodyPr lIns="0" tIns="0" rIns="0" bIns="0"/>
          <a:lstStyle>
            <a:lvl1pPr marL="304792" indent="-304792">
              <a:lnSpc>
                <a:spcPct val="100000"/>
              </a:lnSpc>
              <a:spcBef>
                <a:spcPts val="0"/>
              </a:spcBef>
              <a:spcAft>
                <a:spcPts val="800"/>
              </a:spcAft>
              <a:buFont typeface="+mj-lt"/>
              <a:buAutoNum type="arabicPeriod"/>
              <a:defRPr sz="1600">
                <a:solidFill>
                  <a:schemeClr val="bg1"/>
                </a:solidFill>
              </a:defRPr>
            </a:lvl1pPr>
            <a:lvl2pPr marL="544786" indent="-304792">
              <a:lnSpc>
                <a:spcPct val="100000"/>
              </a:lnSpc>
              <a:spcBef>
                <a:spcPts val="0"/>
              </a:spcBef>
              <a:spcAft>
                <a:spcPts val="800"/>
              </a:spcAft>
              <a:buFont typeface="+mj-lt"/>
              <a:buAutoNum type="arabicPeriod" startAt="2"/>
              <a:defRPr sz="1600">
                <a:solidFill>
                  <a:schemeClr val="bg1"/>
                </a:solidFill>
              </a:defRPr>
            </a:lvl2pPr>
            <a:lvl3pPr marL="784780" indent="-304792">
              <a:lnSpc>
                <a:spcPct val="100000"/>
              </a:lnSpc>
              <a:spcBef>
                <a:spcPts val="0"/>
              </a:spcBef>
              <a:spcAft>
                <a:spcPts val="800"/>
              </a:spcAft>
              <a:buFont typeface="+mj-lt"/>
              <a:buAutoNum type="arabicPeriod" startAt="3"/>
              <a:defRPr sz="1600">
                <a:solidFill>
                  <a:schemeClr val="bg1"/>
                </a:solidFill>
              </a:defRPr>
            </a:lvl3pPr>
            <a:lvl4pPr marL="1024774" indent="-304792">
              <a:lnSpc>
                <a:spcPct val="100000"/>
              </a:lnSpc>
              <a:spcBef>
                <a:spcPts val="0"/>
              </a:spcBef>
              <a:spcAft>
                <a:spcPts val="800"/>
              </a:spcAft>
              <a:buFont typeface="+mj-lt"/>
              <a:buAutoNum type="arabicPeriod" startAt="4"/>
              <a:defRPr sz="1600">
                <a:solidFill>
                  <a:schemeClr val="bg1"/>
                </a:solidFill>
              </a:defRPr>
            </a:lvl4pPr>
            <a:lvl5pPr marL="1276168" indent="-304792">
              <a:lnSpc>
                <a:spcPct val="100000"/>
              </a:lnSpc>
              <a:spcBef>
                <a:spcPts val="0"/>
              </a:spcBef>
              <a:spcAft>
                <a:spcPts val="800"/>
              </a:spcAft>
              <a:buFont typeface="+mj-lt"/>
              <a:buAutoNum type="arabicPeriod" startAt="5"/>
              <a:defRPr sz="1600">
                <a:solidFill>
                  <a:schemeClr val="bg1"/>
                </a:solidFill>
              </a:defRPr>
            </a:lvl5pPr>
          </a:lstStyle>
          <a:p>
            <a:pPr lvl="0"/>
            <a:r>
              <a:rPr lang="en-US" dirty="0"/>
              <a:t>Text here</a:t>
            </a:r>
          </a:p>
          <a:p>
            <a:pPr lvl="1"/>
            <a:r>
              <a:rPr lang="en-US" dirty="0"/>
              <a:t>Text here</a:t>
            </a:r>
          </a:p>
          <a:p>
            <a:pPr lvl="2"/>
            <a:r>
              <a:rPr lang="en-US" dirty="0"/>
              <a:t>Text here</a:t>
            </a:r>
          </a:p>
          <a:p>
            <a:pPr lvl="3"/>
            <a:r>
              <a:rPr lang="en-US" dirty="0"/>
              <a:t>Text here</a:t>
            </a:r>
          </a:p>
          <a:p>
            <a:pPr marL="1276168" marR="0" lvl="4" indent="-304792" algn="l" defTabSz="914377" rtl="0" eaLnBrk="1" fontAlgn="auto" latinLnBrk="0" hangingPunct="1">
              <a:lnSpc>
                <a:spcPct val="100000"/>
              </a:lnSpc>
              <a:spcBef>
                <a:spcPts val="0"/>
              </a:spcBef>
              <a:spcAft>
                <a:spcPts val="400"/>
              </a:spcAft>
              <a:buClrTx/>
              <a:buSzTx/>
              <a:tabLst/>
              <a:defRPr/>
            </a:pPr>
            <a:r>
              <a:rPr lang="en-US" dirty="0"/>
              <a:t>Text here</a:t>
            </a:r>
          </a:p>
        </p:txBody>
      </p:sp>
      <p:sp>
        <p:nvSpPr>
          <p:cNvPr id="19" name="TextBox 18">
            <a:extLst>
              <a:ext uri="{FF2B5EF4-FFF2-40B4-BE49-F238E27FC236}">
                <a16:creationId xmlns:a16="http://schemas.microsoft.com/office/drawing/2014/main" id="{128DC97F-4D64-0DED-88CD-EE02622DD1AB}"/>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20" name="Slide Number Placeholder 5">
            <a:extLst>
              <a:ext uri="{FF2B5EF4-FFF2-40B4-BE49-F238E27FC236}">
                <a16:creationId xmlns:a16="http://schemas.microsoft.com/office/drawing/2014/main" id="{36AADFB0-EF58-B66F-9E2F-35B8CE845DFC}"/>
              </a:ext>
            </a:extLst>
          </p:cNvPr>
          <p:cNvSpPr txBox="1">
            <a:spLocks/>
          </p:cNvSpPr>
          <p:nvPr userDrawn="1"/>
        </p:nvSpPr>
        <p:spPr>
          <a:xfrm>
            <a:off x="558803" y="6478009"/>
            <a:ext cx="166712"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1" name="Footer Placeholder 2">
            <a:extLst>
              <a:ext uri="{FF2B5EF4-FFF2-40B4-BE49-F238E27FC236}">
                <a16:creationId xmlns:a16="http://schemas.microsoft.com/office/drawing/2014/main" id="{B5E01CE8-3A1A-97F6-CB42-2A7B7096CAA4}"/>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endParaRPr lang="en-US" dirty="0"/>
          </a:p>
        </p:txBody>
      </p:sp>
      <p:cxnSp>
        <p:nvCxnSpPr>
          <p:cNvPr id="2" name="Straight Connector 1">
            <a:extLst>
              <a:ext uri="{FF2B5EF4-FFF2-40B4-BE49-F238E27FC236}">
                <a16:creationId xmlns:a16="http://schemas.microsoft.com/office/drawing/2014/main" id="{298E151C-F446-3E79-0E84-BBC74FC37965}"/>
              </a:ext>
            </a:extLst>
          </p:cNvPr>
          <p:cNvCxnSpPr>
            <a:cxnSpLocks/>
          </p:cNvCxnSpPr>
          <p:nvPr userDrawn="1"/>
        </p:nvCxnSpPr>
        <p:spPr>
          <a:xfrm>
            <a:off x="1871480" y="6457200"/>
            <a:ext cx="0" cy="192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7" name="Picture 6" descr="Icon&#10;&#10;Description automatically generated">
            <a:extLst>
              <a:ext uri="{FF2B5EF4-FFF2-40B4-BE49-F238E27FC236}">
                <a16:creationId xmlns:a16="http://schemas.microsoft.com/office/drawing/2014/main" id="{8FD43ABA-CFE9-679E-787F-A4F79F104C3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15937" y="6157420"/>
            <a:ext cx="1017249" cy="484800"/>
          </a:xfrm>
          <a:prstGeom prst="rect">
            <a:avLst/>
          </a:prstGeom>
        </p:spPr>
      </p:pic>
    </p:spTree>
    <p:extLst>
      <p:ext uri="{BB962C8B-B14F-4D97-AF65-F5344CB8AC3E}">
        <p14:creationId xmlns:p14="http://schemas.microsoft.com/office/powerpoint/2010/main" val="116832309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3.9 - Title dark">
    <p:bg>
      <p:bgPr>
        <a:solidFill>
          <a:schemeClr val="tx2"/>
        </a:solidFill>
        <a:effectLst/>
      </p:bgPr>
    </p:bg>
    <p:spTree>
      <p:nvGrpSpPr>
        <p:cNvPr id="1" name=""/>
        <p:cNvGrpSpPr/>
        <p:nvPr/>
      </p:nvGrpSpPr>
      <p:grpSpPr>
        <a:xfrm>
          <a:off x="0" y="0"/>
          <a:ext cx="0" cy="0"/>
          <a:chOff x="0" y="0"/>
          <a:chExt cx="0" cy="0"/>
        </a:xfrm>
      </p:grpSpPr>
      <p:sp>
        <p:nvSpPr>
          <p:cNvPr id="5" name="Text Placeholder 42">
            <a:extLst>
              <a:ext uri="{FF2B5EF4-FFF2-40B4-BE49-F238E27FC236}">
                <a16:creationId xmlns:a16="http://schemas.microsoft.com/office/drawing/2014/main" id="{4B403941-CFEA-9A2F-6625-4961A6C63DBE}"/>
              </a:ext>
            </a:extLst>
          </p:cNvPr>
          <p:cNvSpPr>
            <a:spLocks noGrp="1"/>
          </p:cNvSpPr>
          <p:nvPr>
            <p:ph type="body" sz="quarter" idx="11"/>
          </p:nvPr>
        </p:nvSpPr>
        <p:spPr>
          <a:xfrm>
            <a:off x="556800" y="1440000"/>
            <a:ext cx="11078400" cy="2347335"/>
          </a:xfrm>
          <a:prstGeom prst="rect">
            <a:avLst/>
          </a:prstGeom>
        </p:spPr>
        <p:txBody>
          <a:bodyPr lIns="0" tIns="0" rIns="0" bIns="0"/>
          <a:lstStyle>
            <a:lvl1pPr marL="0" indent="0">
              <a:buNone/>
              <a:defRPr sz="7200" baseline="0">
                <a:solidFill>
                  <a:schemeClr val="bg1"/>
                </a:solidFill>
                <a:latin typeface="Nokia Pure Headline Ultra Light" panose="020B0204020202020204" pitchFamily="34" charset="0"/>
              </a:defRPr>
            </a:lvl1pPr>
          </a:lstStyle>
          <a:p>
            <a:pPr lvl="0"/>
            <a:r>
              <a:rPr lang="en-US"/>
              <a:t>Click to edit Master text styles</a:t>
            </a:r>
          </a:p>
        </p:txBody>
      </p:sp>
      <p:sp>
        <p:nvSpPr>
          <p:cNvPr id="17" name="TextBox 16">
            <a:extLst>
              <a:ext uri="{FF2B5EF4-FFF2-40B4-BE49-F238E27FC236}">
                <a16:creationId xmlns:a16="http://schemas.microsoft.com/office/drawing/2014/main" id="{3CFD536D-56F0-6B89-4E85-90A6E969D32B}"/>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8" name="Slide Number Placeholder 5">
            <a:extLst>
              <a:ext uri="{FF2B5EF4-FFF2-40B4-BE49-F238E27FC236}">
                <a16:creationId xmlns:a16="http://schemas.microsoft.com/office/drawing/2014/main" id="{A2A18FDE-17E4-A96B-C3EE-A77EEBA83E23}"/>
              </a:ext>
            </a:extLst>
          </p:cNvPr>
          <p:cNvSpPr txBox="1">
            <a:spLocks/>
          </p:cNvSpPr>
          <p:nvPr userDrawn="1"/>
        </p:nvSpPr>
        <p:spPr>
          <a:xfrm>
            <a:off x="558803" y="6478009"/>
            <a:ext cx="166712"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9" name="Footer Placeholder 2">
            <a:extLst>
              <a:ext uri="{FF2B5EF4-FFF2-40B4-BE49-F238E27FC236}">
                <a16:creationId xmlns:a16="http://schemas.microsoft.com/office/drawing/2014/main" id="{A39C322E-4A8A-CA2E-DBCD-97DA4FDE15D2}"/>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endParaRPr lang="en-US" dirty="0"/>
          </a:p>
        </p:txBody>
      </p:sp>
      <p:sp>
        <p:nvSpPr>
          <p:cNvPr id="21" name="Text Placeholder 42">
            <a:extLst>
              <a:ext uri="{FF2B5EF4-FFF2-40B4-BE49-F238E27FC236}">
                <a16:creationId xmlns:a16="http://schemas.microsoft.com/office/drawing/2014/main" id="{B3D3C671-29A5-6951-28E5-A58089FE5D4B}"/>
              </a:ext>
            </a:extLst>
          </p:cNvPr>
          <p:cNvSpPr>
            <a:spLocks noGrp="1"/>
          </p:cNvSpPr>
          <p:nvPr>
            <p:ph type="body" sz="quarter" idx="12"/>
          </p:nvPr>
        </p:nvSpPr>
        <p:spPr>
          <a:xfrm>
            <a:off x="556800" y="4215295"/>
            <a:ext cx="11078400" cy="1477960"/>
          </a:xfrm>
          <a:prstGeom prst="rect">
            <a:avLst/>
          </a:prstGeom>
        </p:spPr>
        <p:txBody>
          <a:bodyPr lIns="0" tIns="0" rIns="0" bIns="0"/>
          <a:lstStyle>
            <a:lvl1pPr marL="0" indent="0">
              <a:buNone/>
              <a:defRPr sz="2133" baseline="0">
                <a:solidFill>
                  <a:schemeClr val="bg1"/>
                </a:solidFill>
                <a:latin typeface="Nokia Pure Text Light" panose="020B0403020202020204" pitchFamily="34" charset="0"/>
                <a:ea typeface="Nokia Pure Text Light" panose="020B0403020202020204" pitchFamily="34" charset="0"/>
              </a:defRPr>
            </a:lvl1pPr>
          </a:lstStyle>
          <a:p>
            <a:pPr lvl="0"/>
            <a:r>
              <a:rPr lang="en-US"/>
              <a:t>Click to edit Master text styles</a:t>
            </a:r>
          </a:p>
        </p:txBody>
      </p:sp>
      <p:cxnSp>
        <p:nvCxnSpPr>
          <p:cNvPr id="3" name="Straight Connector 2">
            <a:extLst>
              <a:ext uri="{FF2B5EF4-FFF2-40B4-BE49-F238E27FC236}">
                <a16:creationId xmlns:a16="http://schemas.microsoft.com/office/drawing/2014/main" id="{0D47294A-FF96-9958-42B7-7974F6EB5E8A}"/>
              </a:ext>
            </a:extLst>
          </p:cNvPr>
          <p:cNvCxnSpPr>
            <a:cxnSpLocks/>
          </p:cNvCxnSpPr>
          <p:nvPr userDrawn="1"/>
        </p:nvCxnSpPr>
        <p:spPr>
          <a:xfrm>
            <a:off x="1871480" y="6457200"/>
            <a:ext cx="0" cy="192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4" name="Picture 3" descr="Icon&#10;&#10;Description automatically generated">
            <a:extLst>
              <a:ext uri="{FF2B5EF4-FFF2-40B4-BE49-F238E27FC236}">
                <a16:creationId xmlns:a16="http://schemas.microsoft.com/office/drawing/2014/main" id="{893C10E8-28DF-A5D6-11F0-698C34D0BB5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15937" y="6157420"/>
            <a:ext cx="1017249" cy="484800"/>
          </a:xfrm>
          <a:prstGeom prst="rect">
            <a:avLst/>
          </a:prstGeom>
        </p:spPr>
      </p:pic>
    </p:spTree>
    <p:extLst>
      <p:ext uri="{BB962C8B-B14F-4D97-AF65-F5344CB8AC3E}">
        <p14:creationId xmlns:p14="http://schemas.microsoft.com/office/powerpoint/2010/main" val="185696088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4.1 - Cover N BlueGreen1">
    <p:spTree>
      <p:nvGrpSpPr>
        <p:cNvPr id="1" name=""/>
        <p:cNvGrpSpPr/>
        <p:nvPr/>
      </p:nvGrpSpPr>
      <p:grpSpPr>
        <a:xfrm>
          <a:off x="0" y="0"/>
          <a:ext cx="0" cy="0"/>
          <a:chOff x="0" y="0"/>
          <a:chExt cx="0" cy="0"/>
        </a:xfrm>
      </p:grpSpPr>
      <p:pic>
        <p:nvPicPr>
          <p:cNvPr id="8" name="Picture 7" descr="Background pattern&#10;&#10;Description automatically generated">
            <a:extLst>
              <a:ext uri="{FF2B5EF4-FFF2-40B4-BE49-F238E27FC236}">
                <a16:creationId xmlns:a16="http://schemas.microsoft.com/office/drawing/2014/main" id="{A97BECFD-8EA7-0689-338E-FF79734814C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6" name="Graphic 5">
            <a:extLst>
              <a:ext uri="{FF2B5EF4-FFF2-40B4-BE49-F238E27FC236}">
                <a16:creationId xmlns:a16="http://schemas.microsoft.com/office/drawing/2014/main" id="{B8976C7B-2688-70F3-77A4-4D1113FB54EC}"/>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0" y="0"/>
            <a:ext cx="6859200" cy="6859200"/>
          </a:xfrm>
          <a:prstGeom prst="rect">
            <a:avLst/>
          </a:prstGeom>
        </p:spPr>
      </p:pic>
      <p:sp>
        <p:nvSpPr>
          <p:cNvPr id="2" name="Title 4">
            <a:extLst>
              <a:ext uri="{FF2B5EF4-FFF2-40B4-BE49-F238E27FC236}">
                <a16:creationId xmlns:a16="http://schemas.microsoft.com/office/drawing/2014/main" id="{FCA7DC03-F552-0867-352F-D9703C6058FC}"/>
              </a:ext>
            </a:extLst>
          </p:cNvPr>
          <p:cNvSpPr>
            <a:spLocks noGrp="1"/>
          </p:cNvSpPr>
          <p:nvPr>
            <p:ph type="title" hasCustomPrompt="1"/>
          </p:nvPr>
        </p:nvSpPr>
        <p:spPr>
          <a:xfrm>
            <a:off x="7056895" y="934748"/>
            <a:ext cx="4578303" cy="1659287"/>
          </a:xfrm>
          <a:prstGeom prst="rect">
            <a:avLst/>
          </a:prstGeom>
        </p:spPr>
        <p:txBody>
          <a:bodyPr lIns="0" tIns="0" rIns="0" bIns="0">
            <a:noAutofit/>
          </a:bodyPr>
          <a:lstStyle>
            <a:lvl1pPr marL="0" indent="0" algn="l" defTabSz="1219170" rtl="0" eaLnBrk="1" latinLnBrk="0" hangingPunct="1">
              <a:lnSpc>
                <a:spcPct val="100000"/>
              </a:lnSpc>
              <a:spcBef>
                <a:spcPts val="0"/>
              </a:spcBef>
              <a:buFont typeface="Arial" panose="020B0604020202020204" pitchFamily="34" charset="0"/>
              <a:buNone/>
              <a:defRPr lang="en-GB" sz="4800" kern="1200" baseline="0" dirty="0" smtClean="0">
                <a:solidFill>
                  <a:schemeClr val="bg1"/>
                </a:solidFill>
                <a:latin typeface="+mj-lt"/>
                <a:ea typeface="+mn-ea"/>
                <a:cs typeface="+mn-cs"/>
              </a:defRPr>
            </a:lvl1pPr>
          </a:lstStyle>
          <a:p>
            <a:r>
              <a:rPr lang="en-GB" dirty="0"/>
              <a:t>Presentation</a:t>
            </a:r>
            <a:br>
              <a:rPr lang="en-GB" dirty="0"/>
            </a:br>
            <a:r>
              <a:rPr lang="en-GB" dirty="0"/>
              <a:t>Title (2 lines)</a:t>
            </a:r>
          </a:p>
        </p:txBody>
      </p:sp>
      <p:sp>
        <p:nvSpPr>
          <p:cNvPr id="4" name="Text Placeholder 3">
            <a:extLst>
              <a:ext uri="{FF2B5EF4-FFF2-40B4-BE49-F238E27FC236}">
                <a16:creationId xmlns:a16="http://schemas.microsoft.com/office/drawing/2014/main" id="{095DCB03-B7A1-6B00-BC51-6A2712B64A79}"/>
              </a:ext>
            </a:extLst>
          </p:cNvPr>
          <p:cNvSpPr>
            <a:spLocks noGrp="1"/>
          </p:cNvSpPr>
          <p:nvPr>
            <p:ph type="body" sz="quarter" idx="12" hasCustomPrompt="1"/>
          </p:nvPr>
        </p:nvSpPr>
        <p:spPr>
          <a:xfrm>
            <a:off x="7056895" y="2834798"/>
            <a:ext cx="4578303" cy="787937"/>
          </a:xfrm>
          <a:prstGeom prst="rect">
            <a:avLst/>
          </a:prstGeom>
        </p:spPr>
        <p:txBody>
          <a:bodyPr lIns="0" tIns="0" rIns="0" bIns="0">
            <a:noAutofit/>
          </a:bodyPr>
          <a:lstStyle>
            <a:lvl1pPr marL="0" indent="0">
              <a:lnSpc>
                <a:spcPct val="100000"/>
              </a:lnSpc>
              <a:spcBef>
                <a:spcPts val="0"/>
              </a:spcBef>
              <a:spcAft>
                <a:spcPts val="800"/>
              </a:spcAft>
              <a:buFont typeface="Arial" panose="020B0604020202020204" pitchFamily="34" charset="0"/>
              <a:buNone/>
              <a:defRPr sz="2400">
                <a:solidFill>
                  <a:schemeClr val="bg1"/>
                </a:solidFill>
                <a:latin typeface="+mn-lt"/>
                <a:ea typeface="Nokia Pure Text Light" panose="020B0403020202020204" pitchFamily="34" charset="0"/>
              </a:defRPr>
            </a:lvl1pPr>
            <a:lvl2pPr marL="307192" indent="0">
              <a:lnSpc>
                <a:spcPct val="100000"/>
              </a:lnSpc>
              <a:spcBef>
                <a:spcPts val="0"/>
              </a:spcBef>
              <a:spcAft>
                <a:spcPts val="800"/>
              </a:spcAft>
              <a:buNone/>
              <a:defRPr sz="1867">
                <a:solidFill>
                  <a:schemeClr val="bg1"/>
                </a:solidFill>
                <a:latin typeface="+mn-lt"/>
                <a:ea typeface="Nokia Pure Text Light" panose="020B0403020202020204" pitchFamily="34" charset="0"/>
              </a:defRPr>
            </a:lvl2pPr>
            <a:lvl3pPr marL="616785" indent="0">
              <a:lnSpc>
                <a:spcPct val="100000"/>
              </a:lnSpc>
              <a:spcBef>
                <a:spcPts val="0"/>
              </a:spcBef>
              <a:spcAft>
                <a:spcPts val="800"/>
              </a:spcAft>
              <a:buNone/>
              <a:defRPr sz="1600">
                <a:solidFill>
                  <a:schemeClr val="bg1"/>
                </a:solidFill>
                <a:latin typeface="+mn-lt"/>
                <a:ea typeface="Nokia Pure Text Light" panose="020B0403020202020204" pitchFamily="34" charset="0"/>
              </a:defRPr>
            </a:lvl3pPr>
            <a:lvl4pPr marL="923977" indent="0">
              <a:lnSpc>
                <a:spcPct val="100000"/>
              </a:lnSpc>
              <a:spcBef>
                <a:spcPts val="0"/>
              </a:spcBef>
              <a:spcAft>
                <a:spcPts val="800"/>
              </a:spcAft>
              <a:buNone/>
              <a:defRPr sz="1333">
                <a:solidFill>
                  <a:schemeClr val="bg1"/>
                </a:solidFill>
                <a:latin typeface="+mn-lt"/>
                <a:ea typeface="Nokia Pure Text Light" panose="020B0403020202020204" pitchFamily="34" charset="0"/>
              </a:defRPr>
            </a:lvl4pPr>
            <a:lvl5pPr marL="1231169" indent="0">
              <a:lnSpc>
                <a:spcPct val="100000"/>
              </a:lnSpc>
              <a:spcBef>
                <a:spcPts val="0"/>
              </a:spcBef>
              <a:spcAft>
                <a:spcPts val="800"/>
              </a:spcAft>
              <a:buFont typeface="Arial" panose="020B0604020202020204" pitchFamily="34" charset="0"/>
              <a:buNone/>
              <a:defRPr sz="1200">
                <a:solidFill>
                  <a:schemeClr val="bg1"/>
                </a:solidFill>
                <a:latin typeface="+mn-lt"/>
                <a:ea typeface="Nokia Pure Text Light" panose="020B0403020202020204" pitchFamily="34" charset="0"/>
              </a:defRPr>
            </a:lvl5pPr>
            <a:lvl6pPr marL="1538362" indent="0">
              <a:spcBef>
                <a:spcPts val="0"/>
              </a:spcBef>
              <a:spcAft>
                <a:spcPts val="800"/>
              </a:spcAft>
              <a:buFont typeface="Nokia Pure Text" panose="020B0503020202020204" pitchFamily="34" charset="0"/>
              <a:buNone/>
              <a:defRPr sz="1067" baseline="0">
                <a:solidFill>
                  <a:schemeClr val="tx2"/>
                </a:solidFill>
                <a:latin typeface="Nokia Pure Text Light" panose="020B0403020202020204" pitchFamily="34" charset="0"/>
                <a:ea typeface="Nokia Pure Text Light" panose="020B0403020202020204" pitchFamily="34" charset="0"/>
              </a:defRPr>
            </a:lvl6pPr>
            <a:lvl7pPr marL="1845554" indent="0">
              <a:spcBef>
                <a:spcPts val="0"/>
              </a:spcBef>
              <a:spcAft>
                <a:spcPts val="800"/>
              </a:spcAft>
              <a:buNone/>
              <a:defRPr sz="933">
                <a:solidFill>
                  <a:schemeClr val="tx2"/>
                </a:solidFill>
                <a:latin typeface="Nokia Pure Text Light" panose="020B0403020202020204" pitchFamily="34" charset="0"/>
                <a:ea typeface="Nokia Pure Text Light" panose="020B0403020202020204" pitchFamily="34" charset="0"/>
              </a:defRPr>
            </a:lvl7pPr>
            <a:lvl8pPr marL="2152746" indent="0">
              <a:spcBef>
                <a:spcPts val="0"/>
              </a:spcBef>
              <a:spcAft>
                <a:spcPts val="800"/>
              </a:spcAft>
              <a:buNone/>
              <a:defRPr sz="800">
                <a:solidFill>
                  <a:schemeClr val="tx2"/>
                </a:solidFill>
                <a:latin typeface="Nokia Pure Text Light" panose="020B0403020202020204" pitchFamily="34" charset="0"/>
                <a:ea typeface="Nokia Pure Text Light" panose="020B0403020202020204" pitchFamily="34" charset="0"/>
              </a:defRPr>
            </a:lvl8pPr>
          </a:lstStyle>
          <a:p>
            <a:pPr lvl="0"/>
            <a:r>
              <a:rPr lang="en-US" dirty="0"/>
              <a:t>Subtitle/Author</a:t>
            </a:r>
          </a:p>
        </p:txBody>
      </p:sp>
      <p:sp>
        <p:nvSpPr>
          <p:cNvPr id="3" name="TextBox 2">
            <a:extLst>
              <a:ext uri="{FF2B5EF4-FFF2-40B4-BE49-F238E27FC236}">
                <a16:creationId xmlns:a16="http://schemas.microsoft.com/office/drawing/2014/main" id="{659763D9-588F-2473-91CB-B8C347B72189}"/>
              </a:ext>
            </a:extLst>
          </p:cNvPr>
          <p:cNvSpPr txBox="1"/>
          <p:nvPr userDrawn="1"/>
        </p:nvSpPr>
        <p:spPr>
          <a:xfrm>
            <a:off x="7404797" y="6478074"/>
            <a:ext cx="842111" cy="164148"/>
          </a:xfrm>
          <a:prstGeom prst="rect">
            <a:avLst/>
          </a:prstGeom>
          <a:noFill/>
        </p:spPr>
        <p:txBody>
          <a:bodyPr wrap="none" lIns="0" tIns="0" rIns="0" bIns="0" anchor="b" anchorCtr="0">
            <a:noAutofit/>
          </a:bodyPr>
          <a:lstStyle/>
          <a:p>
            <a:r>
              <a:rPr lang="en-US" sz="1067"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6" name="Slide Number Placeholder 5">
            <a:extLst>
              <a:ext uri="{FF2B5EF4-FFF2-40B4-BE49-F238E27FC236}">
                <a16:creationId xmlns:a16="http://schemas.microsoft.com/office/drawing/2014/main" id="{23FCDC52-0E62-A2F4-0387-BFC107C7F663}"/>
              </a:ext>
            </a:extLst>
          </p:cNvPr>
          <p:cNvSpPr txBox="1">
            <a:spLocks/>
          </p:cNvSpPr>
          <p:nvPr userDrawn="1"/>
        </p:nvSpPr>
        <p:spPr>
          <a:xfrm>
            <a:off x="7056895" y="6478009"/>
            <a:ext cx="166712"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8" name="Footer Placeholder 2">
            <a:extLst>
              <a:ext uri="{FF2B5EF4-FFF2-40B4-BE49-F238E27FC236}">
                <a16:creationId xmlns:a16="http://schemas.microsoft.com/office/drawing/2014/main" id="{753EC447-D430-EA30-E1F1-75D216432106}"/>
              </a:ext>
            </a:extLst>
          </p:cNvPr>
          <p:cNvSpPr>
            <a:spLocks noGrp="1"/>
          </p:cNvSpPr>
          <p:nvPr>
            <p:ph type="ftr" sz="quarter" idx="3"/>
          </p:nvPr>
        </p:nvSpPr>
        <p:spPr>
          <a:xfrm>
            <a:off x="8504239" y="6478073"/>
            <a:ext cx="3456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endParaRPr lang="en-US" dirty="0"/>
          </a:p>
        </p:txBody>
      </p:sp>
      <p:cxnSp>
        <p:nvCxnSpPr>
          <p:cNvPr id="9" name="Straight Connector 8">
            <a:extLst>
              <a:ext uri="{FF2B5EF4-FFF2-40B4-BE49-F238E27FC236}">
                <a16:creationId xmlns:a16="http://schemas.microsoft.com/office/drawing/2014/main" id="{4DFDB4CE-CF8C-D627-64FF-06A1B9B67196}"/>
              </a:ext>
            </a:extLst>
          </p:cNvPr>
          <p:cNvCxnSpPr>
            <a:cxnSpLocks/>
          </p:cNvCxnSpPr>
          <p:nvPr userDrawn="1"/>
        </p:nvCxnSpPr>
        <p:spPr>
          <a:xfrm>
            <a:off x="8371345" y="6457200"/>
            <a:ext cx="0" cy="192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5" name="Picture 4" descr="Icon&#10;&#10;Description automatically generated">
            <a:extLst>
              <a:ext uri="{FF2B5EF4-FFF2-40B4-BE49-F238E27FC236}">
                <a16:creationId xmlns:a16="http://schemas.microsoft.com/office/drawing/2014/main" id="{DD78EB01-E225-75C7-E601-2C140FA532B0}"/>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807983" y="5286727"/>
            <a:ext cx="1984139" cy="945600"/>
          </a:xfrm>
          <a:prstGeom prst="rect">
            <a:avLst/>
          </a:prstGeom>
        </p:spPr>
      </p:pic>
    </p:spTree>
    <p:extLst>
      <p:ext uri="{BB962C8B-B14F-4D97-AF65-F5344CB8AC3E}">
        <p14:creationId xmlns:p14="http://schemas.microsoft.com/office/powerpoint/2010/main" val="67501348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4.2 - Cover N PurpleBlue1">
    <p:spTree>
      <p:nvGrpSpPr>
        <p:cNvPr id="1" name=""/>
        <p:cNvGrpSpPr/>
        <p:nvPr/>
      </p:nvGrpSpPr>
      <p:grpSpPr>
        <a:xfrm>
          <a:off x="0" y="0"/>
          <a:ext cx="0" cy="0"/>
          <a:chOff x="0" y="0"/>
          <a:chExt cx="0" cy="0"/>
        </a:xfrm>
      </p:grpSpPr>
      <p:pic>
        <p:nvPicPr>
          <p:cNvPr id="10" name="Picture 9" descr="Background pattern&#10;&#10;Description automatically generated">
            <a:extLst>
              <a:ext uri="{FF2B5EF4-FFF2-40B4-BE49-F238E27FC236}">
                <a16:creationId xmlns:a16="http://schemas.microsoft.com/office/drawing/2014/main" id="{81E104F6-2E1E-CFDD-A69D-C115384F159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5" name="Graphic 4">
            <a:extLst>
              <a:ext uri="{FF2B5EF4-FFF2-40B4-BE49-F238E27FC236}">
                <a16:creationId xmlns:a16="http://schemas.microsoft.com/office/drawing/2014/main" id="{0E27FD93-255E-C585-12C2-E99681C9BE50}"/>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0" y="-1201"/>
            <a:ext cx="6859200" cy="6859200"/>
          </a:xfrm>
          <a:prstGeom prst="rect">
            <a:avLst/>
          </a:prstGeom>
        </p:spPr>
      </p:pic>
      <p:sp>
        <p:nvSpPr>
          <p:cNvPr id="11" name="Title 4">
            <a:extLst>
              <a:ext uri="{FF2B5EF4-FFF2-40B4-BE49-F238E27FC236}">
                <a16:creationId xmlns:a16="http://schemas.microsoft.com/office/drawing/2014/main" id="{59E922F0-08F0-9919-8C26-CE716C3AE5B2}"/>
              </a:ext>
            </a:extLst>
          </p:cNvPr>
          <p:cNvSpPr>
            <a:spLocks noGrp="1"/>
          </p:cNvSpPr>
          <p:nvPr>
            <p:ph type="title" hasCustomPrompt="1"/>
          </p:nvPr>
        </p:nvSpPr>
        <p:spPr>
          <a:xfrm>
            <a:off x="7056895" y="934748"/>
            <a:ext cx="4578303" cy="1659287"/>
          </a:xfrm>
          <a:prstGeom prst="rect">
            <a:avLst/>
          </a:prstGeom>
        </p:spPr>
        <p:txBody>
          <a:bodyPr lIns="0" tIns="0" rIns="0" bIns="0">
            <a:noAutofit/>
          </a:bodyPr>
          <a:lstStyle>
            <a:lvl1pPr marL="0" indent="0" algn="l" defTabSz="1219170" rtl="0" eaLnBrk="1" latinLnBrk="0" hangingPunct="1">
              <a:lnSpc>
                <a:spcPct val="100000"/>
              </a:lnSpc>
              <a:spcBef>
                <a:spcPts val="0"/>
              </a:spcBef>
              <a:buFont typeface="Arial" panose="020B0604020202020204" pitchFamily="34" charset="0"/>
              <a:buNone/>
              <a:defRPr lang="en-GB" sz="4800" kern="1200" baseline="0" dirty="0" smtClean="0">
                <a:solidFill>
                  <a:schemeClr val="bg1"/>
                </a:solidFill>
                <a:latin typeface="+mj-lt"/>
                <a:ea typeface="+mn-ea"/>
                <a:cs typeface="+mn-cs"/>
              </a:defRPr>
            </a:lvl1pPr>
          </a:lstStyle>
          <a:p>
            <a:r>
              <a:rPr lang="en-GB" dirty="0"/>
              <a:t>Presentation</a:t>
            </a:r>
            <a:br>
              <a:rPr lang="en-GB" dirty="0"/>
            </a:br>
            <a:r>
              <a:rPr lang="en-GB" dirty="0"/>
              <a:t>Title (2 lines)</a:t>
            </a:r>
          </a:p>
        </p:txBody>
      </p:sp>
      <p:sp>
        <p:nvSpPr>
          <p:cNvPr id="12" name="Text Placeholder 3">
            <a:extLst>
              <a:ext uri="{FF2B5EF4-FFF2-40B4-BE49-F238E27FC236}">
                <a16:creationId xmlns:a16="http://schemas.microsoft.com/office/drawing/2014/main" id="{FDF29A45-EE41-3151-6F22-1274BFD4DDDB}"/>
              </a:ext>
            </a:extLst>
          </p:cNvPr>
          <p:cNvSpPr>
            <a:spLocks noGrp="1"/>
          </p:cNvSpPr>
          <p:nvPr>
            <p:ph type="body" sz="quarter" idx="12" hasCustomPrompt="1"/>
          </p:nvPr>
        </p:nvSpPr>
        <p:spPr>
          <a:xfrm>
            <a:off x="7056895" y="2834798"/>
            <a:ext cx="4578303" cy="787937"/>
          </a:xfrm>
          <a:prstGeom prst="rect">
            <a:avLst/>
          </a:prstGeom>
        </p:spPr>
        <p:txBody>
          <a:bodyPr lIns="0" tIns="0" rIns="0" bIns="0">
            <a:noAutofit/>
          </a:bodyPr>
          <a:lstStyle>
            <a:lvl1pPr marL="0" indent="0">
              <a:lnSpc>
                <a:spcPct val="100000"/>
              </a:lnSpc>
              <a:spcBef>
                <a:spcPts val="0"/>
              </a:spcBef>
              <a:spcAft>
                <a:spcPts val="800"/>
              </a:spcAft>
              <a:buFont typeface="Arial" panose="020B0604020202020204" pitchFamily="34" charset="0"/>
              <a:buNone/>
              <a:defRPr sz="2400">
                <a:solidFill>
                  <a:schemeClr val="bg1"/>
                </a:solidFill>
                <a:latin typeface="+mn-lt"/>
                <a:ea typeface="Nokia Pure Text Light" panose="020B0403020202020204" pitchFamily="34" charset="0"/>
              </a:defRPr>
            </a:lvl1pPr>
            <a:lvl2pPr marL="307192" indent="0">
              <a:lnSpc>
                <a:spcPct val="100000"/>
              </a:lnSpc>
              <a:spcBef>
                <a:spcPts val="0"/>
              </a:spcBef>
              <a:spcAft>
                <a:spcPts val="800"/>
              </a:spcAft>
              <a:buNone/>
              <a:defRPr sz="1867">
                <a:solidFill>
                  <a:schemeClr val="bg1"/>
                </a:solidFill>
                <a:latin typeface="+mn-lt"/>
                <a:ea typeface="Nokia Pure Text Light" panose="020B0403020202020204" pitchFamily="34" charset="0"/>
              </a:defRPr>
            </a:lvl2pPr>
            <a:lvl3pPr marL="616785" indent="0">
              <a:lnSpc>
                <a:spcPct val="100000"/>
              </a:lnSpc>
              <a:spcBef>
                <a:spcPts val="0"/>
              </a:spcBef>
              <a:spcAft>
                <a:spcPts val="800"/>
              </a:spcAft>
              <a:buNone/>
              <a:defRPr sz="1600">
                <a:solidFill>
                  <a:schemeClr val="bg1"/>
                </a:solidFill>
                <a:latin typeface="+mn-lt"/>
                <a:ea typeface="Nokia Pure Text Light" panose="020B0403020202020204" pitchFamily="34" charset="0"/>
              </a:defRPr>
            </a:lvl3pPr>
            <a:lvl4pPr marL="923977" indent="0">
              <a:lnSpc>
                <a:spcPct val="100000"/>
              </a:lnSpc>
              <a:spcBef>
                <a:spcPts val="0"/>
              </a:spcBef>
              <a:spcAft>
                <a:spcPts val="800"/>
              </a:spcAft>
              <a:buNone/>
              <a:defRPr sz="1333">
                <a:solidFill>
                  <a:schemeClr val="bg1"/>
                </a:solidFill>
                <a:latin typeface="+mn-lt"/>
                <a:ea typeface="Nokia Pure Text Light" panose="020B0403020202020204" pitchFamily="34" charset="0"/>
              </a:defRPr>
            </a:lvl4pPr>
            <a:lvl5pPr marL="1231169" indent="0">
              <a:lnSpc>
                <a:spcPct val="100000"/>
              </a:lnSpc>
              <a:spcBef>
                <a:spcPts val="0"/>
              </a:spcBef>
              <a:spcAft>
                <a:spcPts val="800"/>
              </a:spcAft>
              <a:buFont typeface="Arial" panose="020B0604020202020204" pitchFamily="34" charset="0"/>
              <a:buNone/>
              <a:defRPr sz="1200">
                <a:solidFill>
                  <a:schemeClr val="bg1"/>
                </a:solidFill>
                <a:latin typeface="+mn-lt"/>
                <a:ea typeface="Nokia Pure Text Light" panose="020B0403020202020204" pitchFamily="34" charset="0"/>
              </a:defRPr>
            </a:lvl5pPr>
            <a:lvl6pPr marL="1538362" indent="0">
              <a:spcBef>
                <a:spcPts val="0"/>
              </a:spcBef>
              <a:spcAft>
                <a:spcPts val="800"/>
              </a:spcAft>
              <a:buFont typeface="Nokia Pure Text" panose="020B0503020202020204" pitchFamily="34" charset="0"/>
              <a:buNone/>
              <a:defRPr sz="1067" baseline="0">
                <a:solidFill>
                  <a:schemeClr val="tx2"/>
                </a:solidFill>
                <a:latin typeface="Nokia Pure Text Light" panose="020B0403020202020204" pitchFamily="34" charset="0"/>
                <a:ea typeface="Nokia Pure Text Light" panose="020B0403020202020204" pitchFamily="34" charset="0"/>
              </a:defRPr>
            </a:lvl6pPr>
            <a:lvl7pPr marL="1845554" indent="0">
              <a:spcBef>
                <a:spcPts val="0"/>
              </a:spcBef>
              <a:spcAft>
                <a:spcPts val="800"/>
              </a:spcAft>
              <a:buNone/>
              <a:defRPr sz="933">
                <a:solidFill>
                  <a:schemeClr val="tx2"/>
                </a:solidFill>
                <a:latin typeface="Nokia Pure Text Light" panose="020B0403020202020204" pitchFamily="34" charset="0"/>
                <a:ea typeface="Nokia Pure Text Light" panose="020B0403020202020204" pitchFamily="34" charset="0"/>
              </a:defRPr>
            </a:lvl7pPr>
            <a:lvl8pPr marL="2152746" indent="0">
              <a:spcBef>
                <a:spcPts val="0"/>
              </a:spcBef>
              <a:spcAft>
                <a:spcPts val="800"/>
              </a:spcAft>
              <a:buNone/>
              <a:defRPr sz="800">
                <a:solidFill>
                  <a:schemeClr val="tx2"/>
                </a:solidFill>
                <a:latin typeface="Nokia Pure Text Light" panose="020B0403020202020204" pitchFamily="34" charset="0"/>
                <a:ea typeface="Nokia Pure Text Light" panose="020B0403020202020204" pitchFamily="34" charset="0"/>
              </a:defRPr>
            </a:lvl8pPr>
          </a:lstStyle>
          <a:p>
            <a:pPr lvl="0"/>
            <a:r>
              <a:rPr lang="en-US" dirty="0"/>
              <a:t>Subtitle/Author</a:t>
            </a:r>
          </a:p>
        </p:txBody>
      </p:sp>
      <p:sp>
        <p:nvSpPr>
          <p:cNvPr id="20" name="TextBox 19">
            <a:extLst>
              <a:ext uri="{FF2B5EF4-FFF2-40B4-BE49-F238E27FC236}">
                <a16:creationId xmlns:a16="http://schemas.microsoft.com/office/drawing/2014/main" id="{77E65701-8704-DC44-7F06-7957F6D50DDE}"/>
              </a:ext>
            </a:extLst>
          </p:cNvPr>
          <p:cNvSpPr txBox="1"/>
          <p:nvPr userDrawn="1"/>
        </p:nvSpPr>
        <p:spPr>
          <a:xfrm>
            <a:off x="7404797" y="6478074"/>
            <a:ext cx="842111" cy="164148"/>
          </a:xfrm>
          <a:prstGeom prst="rect">
            <a:avLst/>
          </a:prstGeom>
          <a:noFill/>
        </p:spPr>
        <p:txBody>
          <a:bodyPr wrap="none" lIns="0" tIns="0" rIns="0" bIns="0" anchor="b" anchorCtr="0">
            <a:noAutofit/>
          </a:bodyPr>
          <a:lstStyle/>
          <a:p>
            <a:r>
              <a:rPr lang="en-US" sz="1067"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21" name="Slide Number Placeholder 5">
            <a:extLst>
              <a:ext uri="{FF2B5EF4-FFF2-40B4-BE49-F238E27FC236}">
                <a16:creationId xmlns:a16="http://schemas.microsoft.com/office/drawing/2014/main" id="{B0CCF65E-F2C0-F179-6CEF-6926AE13A1AD}"/>
              </a:ext>
            </a:extLst>
          </p:cNvPr>
          <p:cNvSpPr txBox="1">
            <a:spLocks/>
          </p:cNvSpPr>
          <p:nvPr userDrawn="1"/>
        </p:nvSpPr>
        <p:spPr>
          <a:xfrm>
            <a:off x="7056895" y="6478009"/>
            <a:ext cx="166712"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2" name="Footer Placeholder 2">
            <a:extLst>
              <a:ext uri="{FF2B5EF4-FFF2-40B4-BE49-F238E27FC236}">
                <a16:creationId xmlns:a16="http://schemas.microsoft.com/office/drawing/2014/main" id="{4148E0E7-D605-6CB3-E2A2-9F865D08BD3D}"/>
              </a:ext>
            </a:extLst>
          </p:cNvPr>
          <p:cNvSpPr>
            <a:spLocks noGrp="1"/>
          </p:cNvSpPr>
          <p:nvPr>
            <p:ph type="ftr" sz="quarter" idx="3"/>
          </p:nvPr>
        </p:nvSpPr>
        <p:spPr>
          <a:xfrm>
            <a:off x="8504239" y="6478073"/>
            <a:ext cx="3456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endParaRPr lang="en-US" dirty="0"/>
          </a:p>
        </p:txBody>
      </p:sp>
      <p:cxnSp>
        <p:nvCxnSpPr>
          <p:cNvPr id="3" name="Straight Connector 2">
            <a:extLst>
              <a:ext uri="{FF2B5EF4-FFF2-40B4-BE49-F238E27FC236}">
                <a16:creationId xmlns:a16="http://schemas.microsoft.com/office/drawing/2014/main" id="{01A4B502-0D47-648A-BA34-37A779D05B30}"/>
              </a:ext>
            </a:extLst>
          </p:cNvPr>
          <p:cNvCxnSpPr>
            <a:cxnSpLocks/>
          </p:cNvCxnSpPr>
          <p:nvPr userDrawn="1"/>
        </p:nvCxnSpPr>
        <p:spPr>
          <a:xfrm>
            <a:off x="8371345" y="6457200"/>
            <a:ext cx="0" cy="192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4" name="Picture 3" descr="Icon&#10;&#10;Description automatically generated">
            <a:extLst>
              <a:ext uri="{FF2B5EF4-FFF2-40B4-BE49-F238E27FC236}">
                <a16:creationId xmlns:a16="http://schemas.microsoft.com/office/drawing/2014/main" id="{18AE701A-8C9D-3410-7D26-7EF18461D6DE}"/>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807983" y="5286727"/>
            <a:ext cx="1984139" cy="945600"/>
          </a:xfrm>
          <a:prstGeom prst="rect">
            <a:avLst/>
          </a:prstGeom>
        </p:spPr>
      </p:pic>
    </p:spTree>
    <p:extLst>
      <p:ext uri="{BB962C8B-B14F-4D97-AF65-F5344CB8AC3E}">
        <p14:creationId xmlns:p14="http://schemas.microsoft.com/office/powerpoint/2010/main" val="324155828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4.3 - Cover N Pink1">
    <p:spTree>
      <p:nvGrpSpPr>
        <p:cNvPr id="1" name=""/>
        <p:cNvGrpSpPr/>
        <p:nvPr/>
      </p:nvGrpSpPr>
      <p:grpSpPr>
        <a:xfrm>
          <a:off x="0" y="0"/>
          <a:ext cx="0" cy="0"/>
          <a:chOff x="0" y="0"/>
          <a:chExt cx="0" cy="0"/>
        </a:xfrm>
      </p:grpSpPr>
      <p:pic>
        <p:nvPicPr>
          <p:cNvPr id="11" name="Picture 10" descr="Background pattern&#10;&#10;Description automatically generated">
            <a:extLst>
              <a:ext uri="{FF2B5EF4-FFF2-40B4-BE49-F238E27FC236}">
                <a16:creationId xmlns:a16="http://schemas.microsoft.com/office/drawing/2014/main" id="{1C7D16BB-9265-7D3A-E136-8F028A9F864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pic>
        <p:nvPicPr>
          <p:cNvPr id="20" name="Graphic 19">
            <a:extLst>
              <a:ext uri="{FF2B5EF4-FFF2-40B4-BE49-F238E27FC236}">
                <a16:creationId xmlns:a16="http://schemas.microsoft.com/office/drawing/2014/main" id="{A7536232-7B28-DCFA-37A3-EEBA7365A539}"/>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0" y="0"/>
            <a:ext cx="6859200" cy="6859200"/>
          </a:xfrm>
          <a:prstGeom prst="rect">
            <a:avLst/>
          </a:prstGeom>
        </p:spPr>
      </p:pic>
      <p:sp>
        <p:nvSpPr>
          <p:cNvPr id="9" name="Title 4">
            <a:extLst>
              <a:ext uri="{FF2B5EF4-FFF2-40B4-BE49-F238E27FC236}">
                <a16:creationId xmlns:a16="http://schemas.microsoft.com/office/drawing/2014/main" id="{44BBE444-2A25-873F-1D05-3ED543575B73}"/>
              </a:ext>
            </a:extLst>
          </p:cNvPr>
          <p:cNvSpPr>
            <a:spLocks noGrp="1"/>
          </p:cNvSpPr>
          <p:nvPr>
            <p:ph type="title" hasCustomPrompt="1"/>
          </p:nvPr>
        </p:nvSpPr>
        <p:spPr>
          <a:xfrm>
            <a:off x="7056895" y="934748"/>
            <a:ext cx="4578303" cy="1659287"/>
          </a:xfrm>
          <a:prstGeom prst="rect">
            <a:avLst/>
          </a:prstGeom>
        </p:spPr>
        <p:txBody>
          <a:bodyPr lIns="0" tIns="0" rIns="0" bIns="0">
            <a:noAutofit/>
          </a:bodyPr>
          <a:lstStyle>
            <a:lvl1pPr marL="0" indent="0" algn="l" defTabSz="1219170" rtl="0" eaLnBrk="1" latinLnBrk="0" hangingPunct="1">
              <a:lnSpc>
                <a:spcPct val="100000"/>
              </a:lnSpc>
              <a:spcBef>
                <a:spcPts val="0"/>
              </a:spcBef>
              <a:buFont typeface="Arial" panose="020B0604020202020204" pitchFamily="34" charset="0"/>
              <a:buNone/>
              <a:defRPr lang="en-GB" sz="4800" kern="1200" baseline="0" dirty="0" smtClean="0">
                <a:solidFill>
                  <a:schemeClr val="bg1"/>
                </a:solidFill>
                <a:latin typeface="+mj-lt"/>
                <a:ea typeface="+mn-ea"/>
                <a:cs typeface="+mn-cs"/>
              </a:defRPr>
            </a:lvl1pPr>
          </a:lstStyle>
          <a:p>
            <a:r>
              <a:rPr lang="en-GB" dirty="0"/>
              <a:t>Presentation</a:t>
            </a:r>
            <a:br>
              <a:rPr lang="en-GB" dirty="0"/>
            </a:br>
            <a:r>
              <a:rPr lang="en-GB" dirty="0"/>
              <a:t>Title (2 lines)</a:t>
            </a:r>
          </a:p>
        </p:txBody>
      </p:sp>
      <p:sp>
        <p:nvSpPr>
          <p:cNvPr id="10" name="Text Placeholder 3">
            <a:extLst>
              <a:ext uri="{FF2B5EF4-FFF2-40B4-BE49-F238E27FC236}">
                <a16:creationId xmlns:a16="http://schemas.microsoft.com/office/drawing/2014/main" id="{1CE0441B-626C-B0BA-7F19-6E6E187E9F84}"/>
              </a:ext>
            </a:extLst>
          </p:cNvPr>
          <p:cNvSpPr>
            <a:spLocks noGrp="1"/>
          </p:cNvSpPr>
          <p:nvPr>
            <p:ph type="body" sz="quarter" idx="12" hasCustomPrompt="1"/>
          </p:nvPr>
        </p:nvSpPr>
        <p:spPr>
          <a:xfrm>
            <a:off x="7056895" y="2834798"/>
            <a:ext cx="4578303" cy="787937"/>
          </a:xfrm>
          <a:prstGeom prst="rect">
            <a:avLst/>
          </a:prstGeom>
        </p:spPr>
        <p:txBody>
          <a:bodyPr lIns="0" tIns="0" rIns="0" bIns="0">
            <a:noAutofit/>
          </a:bodyPr>
          <a:lstStyle>
            <a:lvl1pPr marL="0" indent="0">
              <a:lnSpc>
                <a:spcPct val="100000"/>
              </a:lnSpc>
              <a:spcBef>
                <a:spcPts val="0"/>
              </a:spcBef>
              <a:spcAft>
                <a:spcPts val="800"/>
              </a:spcAft>
              <a:buFont typeface="Arial" panose="020B0604020202020204" pitchFamily="34" charset="0"/>
              <a:buNone/>
              <a:defRPr sz="2400">
                <a:solidFill>
                  <a:schemeClr val="bg1"/>
                </a:solidFill>
                <a:latin typeface="+mn-lt"/>
                <a:ea typeface="Nokia Pure Text Light" panose="020B0403020202020204" pitchFamily="34" charset="0"/>
              </a:defRPr>
            </a:lvl1pPr>
            <a:lvl2pPr marL="307192" indent="0">
              <a:lnSpc>
                <a:spcPct val="100000"/>
              </a:lnSpc>
              <a:spcBef>
                <a:spcPts val="0"/>
              </a:spcBef>
              <a:spcAft>
                <a:spcPts val="800"/>
              </a:spcAft>
              <a:buNone/>
              <a:defRPr sz="1867">
                <a:solidFill>
                  <a:schemeClr val="bg1"/>
                </a:solidFill>
                <a:latin typeface="+mn-lt"/>
                <a:ea typeface="Nokia Pure Text Light" panose="020B0403020202020204" pitchFamily="34" charset="0"/>
              </a:defRPr>
            </a:lvl2pPr>
            <a:lvl3pPr marL="616785" indent="0">
              <a:lnSpc>
                <a:spcPct val="100000"/>
              </a:lnSpc>
              <a:spcBef>
                <a:spcPts val="0"/>
              </a:spcBef>
              <a:spcAft>
                <a:spcPts val="800"/>
              </a:spcAft>
              <a:buNone/>
              <a:defRPr sz="1600">
                <a:solidFill>
                  <a:schemeClr val="bg1"/>
                </a:solidFill>
                <a:latin typeface="+mn-lt"/>
                <a:ea typeface="Nokia Pure Text Light" panose="020B0403020202020204" pitchFamily="34" charset="0"/>
              </a:defRPr>
            </a:lvl3pPr>
            <a:lvl4pPr marL="923977" indent="0">
              <a:lnSpc>
                <a:spcPct val="100000"/>
              </a:lnSpc>
              <a:spcBef>
                <a:spcPts val="0"/>
              </a:spcBef>
              <a:spcAft>
                <a:spcPts val="800"/>
              </a:spcAft>
              <a:buNone/>
              <a:defRPr sz="1333">
                <a:solidFill>
                  <a:schemeClr val="bg1"/>
                </a:solidFill>
                <a:latin typeface="+mn-lt"/>
                <a:ea typeface="Nokia Pure Text Light" panose="020B0403020202020204" pitchFamily="34" charset="0"/>
              </a:defRPr>
            </a:lvl4pPr>
            <a:lvl5pPr marL="1231169" indent="0">
              <a:lnSpc>
                <a:spcPct val="100000"/>
              </a:lnSpc>
              <a:spcBef>
                <a:spcPts val="0"/>
              </a:spcBef>
              <a:spcAft>
                <a:spcPts val="800"/>
              </a:spcAft>
              <a:buFont typeface="Arial" panose="020B0604020202020204" pitchFamily="34" charset="0"/>
              <a:buNone/>
              <a:defRPr sz="1200">
                <a:solidFill>
                  <a:schemeClr val="bg1"/>
                </a:solidFill>
                <a:latin typeface="+mn-lt"/>
                <a:ea typeface="Nokia Pure Text Light" panose="020B0403020202020204" pitchFamily="34" charset="0"/>
              </a:defRPr>
            </a:lvl5pPr>
            <a:lvl6pPr marL="1538362" indent="0">
              <a:spcBef>
                <a:spcPts val="0"/>
              </a:spcBef>
              <a:spcAft>
                <a:spcPts val="800"/>
              </a:spcAft>
              <a:buFont typeface="Nokia Pure Text" panose="020B0503020202020204" pitchFamily="34" charset="0"/>
              <a:buNone/>
              <a:defRPr sz="1067" baseline="0">
                <a:solidFill>
                  <a:schemeClr val="tx2"/>
                </a:solidFill>
                <a:latin typeface="Nokia Pure Text Light" panose="020B0403020202020204" pitchFamily="34" charset="0"/>
                <a:ea typeface="Nokia Pure Text Light" panose="020B0403020202020204" pitchFamily="34" charset="0"/>
              </a:defRPr>
            </a:lvl6pPr>
            <a:lvl7pPr marL="1845554" indent="0">
              <a:spcBef>
                <a:spcPts val="0"/>
              </a:spcBef>
              <a:spcAft>
                <a:spcPts val="800"/>
              </a:spcAft>
              <a:buNone/>
              <a:defRPr sz="933">
                <a:solidFill>
                  <a:schemeClr val="tx2"/>
                </a:solidFill>
                <a:latin typeface="Nokia Pure Text Light" panose="020B0403020202020204" pitchFamily="34" charset="0"/>
                <a:ea typeface="Nokia Pure Text Light" panose="020B0403020202020204" pitchFamily="34" charset="0"/>
              </a:defRPr>
            </a:lvl7pPr>
            <a:lvl8pPr marL="2152746" indent="0">
              <a:spcBef>
                <a:spcPts val="0"/>
              </a:spcBef>
              <a:spcAft>
                <a:spcPts val="800"/>
              </a:spcAft>
              <a:buNone/>
              <a:defRPr sz="800">
                <a:solidFill>
                  <a:schemeClr val="tx2"/>
                </a:solidFill>
                <a:latin typeface="Nokia Pure Text Light" panose="020B0403020202020204" pitchFamily="34" charset="0"/>
                <a:ea typeface="Nokia Pure Text Light" panose="020B0403020202020204" pitchFamily="34" charset="0"/>
              </a:defRPr>
            </a:lvl8pPr>
          </a:lstStyle>
          <a:p>
            <a:pPr lvl="0"/>
            <a:r>
              <a:rPr lang="en-US" dirty="0"/>
              <a:t>Subtitle/Author</a:t>
            </a:r>
          </a:p>
        </p:txBody>
      </p:sp>
      <p:sp>
        <p:nvSpPr>
          <p:cNvPr id="19" name="TextBox 18">
            <a:extLst>
              <a:ext uri="{FF2B5EF4-FFF2-40B4-BE49-F238E27FC236}">
                <a16:creationId xmlns:a16="http://schemas.microsoft.com/office/drawing/2014/main" id="{3B531529-C0C1-501F-B90B-E578B26E0D98}"/>
              </a:ext>
            </a:extLst>
          </p:cNvPr>
          <p:cNvSpPr txBox="1"/>
          <p:nvPr userDrawn="1"/>
        </p:nvSpPr>
        <p:spPr>
          <a:xfrm>
            <a:off x="7404797" y="6478074"/>
            <a:ext cx="842111" cy="164148"/>
          </a:xfrm>
          <a:prstGeom prst="rect">
            <a:avLst/>
          </a:prstGeom>
          <a:noFill/>
        </p:spPr>
        <p:txBody>
          <a:bodyPr wrap="none" lIns="0" tIns="0" rIns="0" bIns="0" anchor="b" anchorCtr="0">
            <a:noAutofit/>
          </a:bodyPr>
          <a:lstStyle/>
          <a:p>
            <a:r>
              <a:rPr lang="en-US" sz="1067"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21" name="Slide Number Placeholder 5">
            <a:extLst>
              <a:ext uri="{FF2B5EF4-FFF2-40B4-BE49-F238E27FC236}">
                <a16:creationId xmlns:a16="http://schemas.microsoft.com/office/drawing/2014/main" id="{40C94059-F7F6-293D-88B1-A0CCDDB75575}"/>
              </a:ext>
            </a:extLst>
          </p:cNvPr>
          <p:cNvSpPr txBox="1">
            <a:spLocks/>
          </p:cNvSpPr>
          <p:nvPr userDrawn="1"/>
        </p:nvSpPr>
        <p:spPr>
          <a:xfrm>
            <a:off x="7056895" y="6478009"/>
            <a:ext cx="166712"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2" name="Footer Placeholder 2">
            <a:extLst>
              <a:ext uri="{FF2B5EF4-FFF2-40B4-BE49-F238E27FC236}">
                <a16:creationId xmlns:a16="http://schemas.microsoft.com/office/drawing/2014/main" id="{98343E1B-0BDB-6D7F-D5F6-35E72B8B2568}"/>
              </a:ext>
            </a:extLst>
          </p:cNvPr>
          <p:cNvSpPr>
            <a:spLocks noGrp="1"/>
          </p:cNvSpPr>
          <p:nvPr>
            <p:ph type="ftr" sz="quarter" idx="3"/>
          </p:nvPr>
        </p:nvSpPr>
        <p:spPr>
          <a:xfrm>
            <a:off x="8504239" y="6478073"/>
            <a:ext cx="3456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endParaRPr lang="en-US" dirty="0"/>
          </a:p>
        </p:txBody>
      </p:sp>
      <p:cxnSp>
        <p:nvCxnSpPr>
          <p:cNvPr id="3" name="Straight Connector 2">
            <a:extLst>
              <a:ext uri="{FF2B5EF4-FFF2-40B4-BE49-F238E27FC236}">
                <a16:creationId xmlns:a16="http://schemas.microsoft.com/office/drawing/2014/main" id="{E2FB8053-9F09-3C2A-B9CD-24AAEAF3D84E}"/>
              </a:ext>
            </a:extLst>
          </p:cNvPr>
          <p:cNvCxnSpPr>
            <a:cxnSpLocks/>
          </p:cNvCxnSpPr>
          <p:nvPr userDrawn="1"/>
        </p:nvCxnSpPr>
        <p:spPr>
          <a:xfrm>
            <a:off x="8371345" y="6457200"/>
            <a:ext cx="0" cy="192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4" name="Picture 3" descr="Icon&#10;&#10;Description automatically generated">
            <a:extLst>
              <a:ext uri="{FF2B5EF4-FFF2-40B4-BE49-F238E27FC236}">
                <a16:creationId xmlns:a16="http://schemas.microsoft.com/office/drawing/2014/main" id="{7306076A-3983-0540-D820-0E49053ABD7A}"/>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807983" y="5286727"/>
            <a:ext cx="1984139" cy="945600"/>
          </a:xfrm>
          <a:prstGeom prst="rect">
            <a:avLst/>
          </a:prstGeom>
        </p:spPr>
      </p:pic>
    </p:spTree>
    <p:extLst>
      <p:ext uri="{BB962C8B-B14F-4D97-AF65-F5344CB8AC3E}">
        <p14:creationId xmlns:p14="http://schemas.microsoft.com/office/powerpoint/2010/main" val="216665034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4.4 - Cover N White">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674FB718-4590-313D-1532-FE817A22ACB4}"/>
              </a:ext>
            </a:extLst>
          </p:cNvPr>
          <p:cNvSpPr/>
          <p:nvPr/>
        </p:nvSpPr>
        <p:spPr>
          <a:xfrm>
            <a:off x="0" y="0"/>
            <a:ext cx="6859200" cy="6859200"/>
          </a:xfrm>
          <a:custGeom>
            <a:avLst/>
            <a:gdLst>
              <a:gd name="connsiteX0" fmla="*/ 0 w 5144400"/>
              <a:gd name="connsiteY0" fmla="*/ 0 h 5144400"/>
              <a:gd name="connsiteX1" fmla="*/ 5144400 w 5144400"/>
              <a:gd name="connsiteY1" fmla="*/ 0 h 5144400"/>
              <a:gd name="connsiteX2" fmla="*/ 5144400 w 5144400"/>
              <a:gd name="connsiteY2" fmla="*/ 5144400 h 5144400"/>
              <a:gd name="connsiteX3" fmla="*/ 0 w 5144400"/>
              <a:gd name="connsiteY3" fmla="*/ 5144400 h 5144400"/>
            </a:gdLst>
            <a:ahLst/>
            <a:cxnLst>
              <a:cxn ang="0">
                <a:pos x="connsiteX0" y="connsiteY0"/>
              </a:cxn>
              <a:cxn ang="0">
                <a:pos x="connsiteX1" y="connsiteY1"/>
              </a:cxn>
              <a:cxn ang="0">
                <a:pos x="connsiteX2" y="connsiteY2"/>
              </a:cxn>
              <a:cxn ang="0">
                <a:pos x="connsiteX3" y="connsiteY3"/>
              </a:cxn>
            </a:cxnLst>
            <a:rect l="l" t="t" r="r" b="b"/>
            <a:pathLst>
              <a:path w="5144400" h="5144400">
                <a:moveTo>
                  <a:pt x="0" y="0"/>
                </a:moveTo>
                <a:lnTo>
                  <a:pt x="5144400" y="0"/>
                </a:lnTo>
                <a:lnTo>
                  <a:pt x="5144400" y="5144400"/>
                </a:lnTo>
                <a:lnTo>
                  <a:pt x="0" y="5144400"/>
                </a:lnTo>
                <a:close/>
              </a:path>
            </a:pathLst>
          </a:custGeom>
          <a:noFill/>
          <a:ln w="26789" cap="flat">
            <a:noFill/>
            <a:prstDash val="solid"/>
            <a:miter/>
          </a:ln>
        </p:spPr>
        <p:txBody>
          <a:bodyPr rtlCol="0" anchor="ctr"/>
          <a:lstStyle/>
          <a:p>
            <a:endParaRPr lang="en-US" sz="2400"/>
          </a:p>
        </p:txBody>
      </p:sp>
      <p:sp>
        <p:nvSpPr>
          <p:cNvPr id="5" name="Freeform: Shape 4">
            <a:extLst>
              <a:ext uri="{FF2B5EF4-FFF2-40B4-BE49-F238E27FC236}">
                <a16:creationId xmlns:a16="http://schemas.microsoft.com/office/drawing/2014/main" id="{6585F427-7AA2-BA79-9FAB-3B20B348D66A}"/>
              </a:ext>
            </a:extLst>
          </p:cNvPr>
          <p:cNvSpPr/>
          <p:nvPr/>
        </p:nvSpPr>
        <p:spPr>
          <a:xfrm>
            <a:off x="0" y="0"/>
            <a:ext cx="6859200" cy="6859200"/>
          </a:xfrm>
          <a:custGeom>
            <a:avLst/>
            <a:gdLst>
              <a:gd name="connsiteX0" fmla="*/ 0 w 5144400"/>
              <a:gd name="connsiteY0" fmla="*/ 0 h 5144400"/>
              <a:gd name="connsiteX1" fmla="*/ 0 w 5144400"/>
              <a:gd name="connsiteY1" fmla="*/ 5144400 h 5144400"/>
              <a:gd name="connsiteX2" fmla="*/ 794971 w 5144400"/>
              <a:gd name="connsiteY2" fmla="*/ 5144400 h 5144400"/>
              <a:gd name="connsiteX3" fmla="*/ 794971 w 5144400"/>
              <a:gd name="connsiteY3" fmla="*/ 1741594 h 5144400"/>
              <a:gd name="connsiteX4" fmla="*/ 5144400 w 5144400"/>
              <a:gd name="connsiteY4" fmla="*/ 5144400 h 5144400"/>
              <a:gd name="connsiteX5" fmla="*/ 5144400 w 5144400"/>
              <a:gd name="connsiteY5" fmla="*/ 4142850 h 5144400"/>
              <a:gd name="connsiteX6" fmla="*/ 0 w 5144400"/>
              <a:gd name="connsiteY6" fmla="*/ 0 h 514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44400" h="5144400">
                <a:moveTo>
                  <a:pt x="0" y="0"/>
                </a:moveTo>
                <a:lnTo>
                  <a:pt x="0" y="5144400"/>
                </a:lnTo>
                <a:cubicBezTo>
                  <a:pt x="0" y="5144400"/>
                  <a:pt x="794971" y="5144400"/>
                  <a:pt x="794971" y="5144400"/>
                </a:cubicBezTo>
                <a:lnTo>
                  <a:pt x="794971" y="1741594"/>
                </a:lnTo>
                <a:cubicBezTo>
                  <a:pt x="794971" y="1741594"/>
                  <a:pt x="5144400" y="5144400"/>
                  <a:pt x="5144400" y="5144400"/>
                </a:cubicBezTo>
                <a:lnTo>
                  <a:pt x="5144400" y="4142850"/>
                </a:lnTo>
                <a:lnTo>
                  <a:pt x="0" y="0"/>
                </a:lnTo>
                <a:close/>
              </a:path>
            </a:pathLst>
          </a:custGeom>
          <a:solidFill>
            <a:schemeClr val="accent1"/>
          </a:solidFill>
          <a:ln w="26789" cap="flat">
            <a:noFill/>
            <a:prstDash val="solid"/>
            <a:miter/>
          </a:ln>
        </p:spPr>
        <p:txBody>
          <a:bodyPr rtlCol="0" anchor="ctr"/>
          <a:lstStyle/>
          <a:p>
            <a:endParaRPr lang="en-US" sz="2400"/>
          </a:p>
        </p:txBody>
      </p:sp>
      <p:sp>
        <p:nvSpPr>
          <p:cNvPr id="9" name="Title 4">
            <a:extLst>
              <a:ext uri="{FF2B5EF4-FFF2-40B4-BE49-F238E27FC236}">
                <a16:creationId xmlns:a16="http://schemas.microsoft.com/office/drawing/2014/main" id="{44BBE444-2A25-873F-1D05-3ED543575B73}"/>
              </a:ext>
            </a:extLst>
          </p:cNvPr>
          <p:cNvSpPr>
            <a:spLocks noGrp="1"/>
          </p:cNvSpPr>
          <p:nvPr>
            <p:ph type="title" hasCustomPrompt="1"/>
          </p:nvPr>
        </p:nvSpPr>
        <p:spPr>
          <a:xfrm>
            <a:off x="7056895" y="934748"/>
            <a:ext cx="4578303" cy="1659287"/>
          </a:xfrm>
          <a:prstGeom prst="rect">
            <a:avLst/>
          </a:prstGeom>
        </p:spPr>
        <p:txBody>
          <a:bodyPr lIns="0" tIns="0" rIns="0" bIns="0">
            <a:noAutofit/>
          </a:bodyPr>
          <a:lstStyle>
            <a:lvl1pPr marL="0" indent="0" algn="l" defTabSz="1219170" rtl="0" eaLnBrk="1" latinLnBrk="0" hangingPunct="1">
              <a:lnSpc>
                <a:spcPct val="100000"/>
              </a:lnSpc>
              <a:spcBef>
                <a:spcPts val="0"/>
              </a:spcBef>
              <a:buFont typeface="Arial" panose="020B0604020202020204" pitchFamily="34" charset="0"/>
              <a:buNone/>
              <a:defRPr lang="en-GB" sz="4800" kern="1200" baseline="0" dirty="0" smtClean="0">
                <a:solidFill>
                  <a:schemeClr val="accent1"/>
                </a:solidFill>
                <a:latin typeface="+mj-lt"/>
                <a:ea typeface="+mn-ea"/>
                <a:cs typeface="+mn-cs"/>
              </a:defRPr>
            </a:lvl1pPr>
          </a:lstStyle>
          <a:p>
            <a:r>
              <a:rPr lang="en-GB" dirty="0"/>
              <a:t>Presentation</a:t>
            </a:r>
            <a:br>
              <a:rPr lang="en-GB" dirty="0"/>
            </a:br>
            <a:r>
              <a:rPr lang="en-GB" dirty="0"/>
              <a:t>Title (2 lines)</a:t>
            </a:r>
          </a:p>
        </p:txBody>
      </p:sp>
      <p:sp>
        <p:nvSpPr>
          <p:cNvPr id="10" name="Text Placeholder 3">
            <a:extLst>
              <a:ext uri="{FF2B5EF4-FFF2-40B4-BE49-F238E27FC236}">
                <a16:creationId xmlns:a16="http://schemas.microsoft.com/office/drawing/2014/main" id="{1CE0441B-626C-B0BA-7F19-6E6E187E9F84}"/>
              </a:ext>
            </a:extLst>
          </p:cNvPr>
          <p:cNvSpPr>
            <a:spLocks noGrp="1"/>
          </p:cNvSpPr>
          <p:nvPr>
            <p:ph type="body" sz="quarter" idx="12" hasCustomPrompt="1"/>
          </p:nvPr>
        </p:nvSpPr>
        <p:spPr>
          <a:xfrm>
            <a:off x="7056895" y="2834798"/>
            <a:ext cx="4578303" cy="787937"/>
          </a:xfrm>
          <a:prstGeom prst="rect">
            <a:avLst/>
          </a:prstGeom>
        </p:spPr>
        <p:txBody>
          <a:bodyPr lIns="0" tIns="0" rIns="0" bIns="0">
            <a:noAutofit/>
          </a:bodyPr>
          <a:lstStyle>
            <a:lvl1pPr marL="0" indent="0">
              <a:lnSpc>
                <a:spcPct val="100000"/>
              </a:lnSpc>
              <a:spcBef>
                <a:spcPts val="0"/>
              </a:spcBef>
              <a:spcAft>
                <a:spcPts val="800"/>
              </a:spcAft>
              <a:buFont typeface="Arial" panose="020B0604020202020204" pitchFamily="34" charset="0"/>
              <a:buNone/>
              <a:defRPr sz="2400">
                <a:solidFill>
                  <a:schemeClr val="accent1"/>
                </a:solidFill>
                <a:latin typeface="+mn-lt"/>
                <a:ea typeface="Nokia Pure Text Light" panose="020B0403020202020204" pitchFamily="34" charset="0"/>
              </a:defRPr>
            </a:lvl1pPr>
            <a:lvl2pPr marL="307192" indent="0">
              <a:lnSpc>
                <a:spcPct val="100000"/>
              </a:lnSpc>
              <a:spcBef>
                <a:spcPts val="0"/>
              </a:spcBef>
              <a:spcAft>
                <a:spcPts val="800"/>
              </a:spcAft>
              <a:buNone/>
              <a:defRPr sz="1867">
                <a:solidFill>
                  <a:schemeClr val="bg1"/>
                </a:solidFill>
                <a:latin typeface="+mn-lt"/>
                <a:ea typeface="Nokia Pure Text Light" panose="020B0403020202020204" pitchFamily="34" charset="0"/>
              </a:defRPr>
            </a:lvl2pPr>
            <a:lvl3pPr marL="616785" indent="0">
              <a:lnSpc>
                <a:spcPct val="100000"/>
              </a:lnSpc>
              <a:spcBef>
                <a:spcPts val="0"/>
              </a:spcBef>
              <a:spcAft>
                <a:spcPts val="800"/>
              </a:spcAft>
              <a:buNone/>
              <a:defRPr sz="1600">
                <a:solidFill>
                  <a:schemeClr val="bg1"/>
                </a:solidFill>
                <a:latin typeface="+mn-lt"/>
                <a:ea typeface="Nokia Pure Text Light" panose="020B0403020202020204" pitchFamily="34" charset="0"/>
              </a:defRPr>
            </a:lvl3pPr>
            <a:lvl4pPr marL="923977" indent="0">
              <a:lnSpc>
                <a:spcPct val="100000"/>
              </a:lnSpc>
              <a:spcBef>
                <a:spcPts val="0"/>
              </a:spcBef>
              <a:spcAft>
                <a:spcPts val="800"/>
              </a:spcAft>
              <a:buNone/>
              <a:defRPr sz="1333">
                <a:solidFill>
                  <a:schemeClr val="bg1"/>
                </a:solidFill>
                <a:latin typeface="+mn-lt"/>
                <a:ea typeface="Nokia Pure Text Light" panose="020B0403020202020204" pitchFamily="34" charset="0"/>
              </a:defRPr>
            </a:lvl4pPr>
            <a:lvl5pPr marL="1231169" indent="0">
              <a:lnSpc>
                <a:spcPct val="100000"/>
              </a:lnSpc>
              <a:spcBef>
                <a:spcPts val="0"/>
              </a:spcBef>
              <a:spcAft>
                <a:spcPts val="800"/>
              </a:spcAft>
              <a:buFont typeface="Arial" panose="020B0604020202020204" pitchFamily="34" charset="0"/>
              <a:buNone/>
              <a:defRPr sz="1200">
                <a:solidFill>
                  <a:schemeClr val="bg1"/>
                </a:solidFill>
                <a:latin typeface="+mn-lt"/>
                <a:ea typeface="Nokia Pure Text Light" panose="020B0403020202020204" pitchFamily="34" charset="0"/>
              </a:defRPr>
            </a:lvl5pPr>
            <a:lvl6pPr marL="1538362" indent="0">
              <a:spcBef>
                <a:spcPts val="0"/>
              </a:spcBef>
              <a:spcAft>
                <a:spcPts val="800"/>
              </a:spcAft>
              <a:buFont typeface="Nokia Pure Text" panose="020B0503020202020204" pitchFamily="34" charset="0"/>
              <a:buNone/>
              <a:defRPr sz="1067" baseline="0">
                <a:solidFill>
                  <a:schemeClr val="tx2"/>
                </a:solidFill>
                <a:latin typeface="Nokia Pure Text Light" panose="020B0403020202020204" pitchFamily="34" charset="0"/>
                <a:ea typeface="Nokia Pure Text Light" panose="020B0403020202020204" pitchFamily="34" charset="0"/>
              </a:defRPr>
            </a:lvl6pPr>
            <a:lvl7pPr marL="1845554" indent="0">
              <a:spcBef>
                <a:spcPts val="0"/>
              </a:spcBef>
              <a:spcAft>
                <a:spcPts val="800"/>
              </a:spcAft>
              <a:buNone/>
              <a:defRPr sz="933">
                <a:solidFill>
                  <a:schemeClr val="tx2"/>
                </a:solidFill>
                <a:latin typeface="Nokia Pure Text Light" panose="020B0403020202020204" pitchFamily="34" charset="0"/>
                <a:ea typeface="Nokia Pure Text Light" panose="020B0403020202020204" pitchFamily="34" charset="0"/>
              </a:defRPr>
            </a:lvl7pPr>
            <a:lvl8pPr marL="2152746" indent="0">
              <a:spcBef>
                <a:spcPts val="0"/>
              </a:spcBef>
              <a:spcAft>
                <a:spcPts val="800"/>
              </a:spcAft>
              <a:buNone/>
              <a:defRPr sz="800">
                <a:solidFill>
                  <a:schemeClr val="tx2"/>
                </a:solidFill>
                <a:latin typeface="Nokia Pure Text Light" panose="020B0403020202020204" pitchFamily="34" charset="0"/>
                <a:ea typeface="Nokia Pure Text Light" panose="020B0403020202020204" pitchFamily="34" charset="0"/>
              </a:defRPr>
            </a:lvl8pPr>
          </a:lstStyle>
          <a:p>
            <a:pPr lvl="0"/>
            <a:r>
              <a:rPr lang="en-US" dirty="0"/>
              <a:t>Subtitle/Author</a:t>
            </a:r>
          </a:p>
        </p:txBody>
      </p:sp>
      <p:sp>
        <p:nvSpPr>
          <p:cNvPr id="24" name="TextBox 23">
            <a:extLst>
              <a:ext uri="{FF2B5EF4-FFF2-40B4-BE49-F238E27FC236}">
                <a16:creationId xmlns:a16="http://schemas.microsoft.com/office/drawing/2014/main" id="{EE447E57-9E3B-2030-9902-A8BA6E7583E4}"/>
              </a:ext>
            </a:extLst>
          </p:cNvPr>
          <p:cNvSpPr txBox="1"/>
          <p:nvPr userDrawn="1"/>
        </p:nvSpPr>
        <p:spPr>
          <a:xfrm>
            <a:off x="7404797" y="6478074"/>
            <a:ext cx="842111" cy="164148"/>
          </a:xfrm>
          <a:prstGeom prst="rect">
            <a:avLst/>
          </a:prstGeom>
          <a:noFill/>
        </p:spPr>
        <p:txBody>
          <a:bodyPr wrap="none" lIns="0" tIns="0" rIns="0" bIns="0" anchor="b" anchorCtr="0">
            <a:noAutofit/>
          </a:bodyPr>
          <a:lstStyle/>
          <a:p>
            <a:r>
              <a:rPr lang="en-US" sz="1067"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25" name="Slide Number Placeholder 5">
            <a:extLst>
              <a:ext uri="{FF2B5EF4-FFF2-40B4-BE49-F238E27FC236}">
                <a16:creationId xmlns:a16="http://schemas.microsoft.com/office/drawing/2014/main" id="{B61C7B4D-5A69-FF1F-0F31-D16D75C7921B}"/>
              </a:ext>
            </a:extLst>
          </p:cNvPr>
          <p:cNvSpPr txBox="1">
            <a:spLocks/>
          </p:cNvSpPr>
          <p:nvPr userDrawn="1"/>
        </p:nvSpPr>
        <p:spPr>
          <a:xfrm>
            <a:off x="7056895" y="6478009"/>
            <a:ext cx="166712"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6" name="Footer Placeholder 2">
            <a:extLst>
              <a:ext uri="{FF2B5EF4-FFF2-40B4-BE49-F238E27FC236}">
                <a16:creationId xmlns:a16="http://schemas.microsoft.com/office/drawing/2014/main" id="{AD544843-BF44-8F0F-4D23-F80C60F60B55}"/>
              </a:ext>
            </a:extLst>
          </p:cNvPr>
          <p:cNvSpPr>
            <a:spLocks noGrp="1"/>
          </p:cNvSpPr>
          <p:nvPr>
            <p:ph type="ftr" sz="quarter" idx="3"/>
          </p:nvPr>
        </p:nvSpPr>
        <p:spPr>
          <a:xfrm>
            <a:off x="8504239" y="6478073"/>
            <a:ext cx="3456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endParaRPr lang="en-US" dirty="0"/>
          </a:p>
        </p:txBody>
      </p:sp>
      <p:cxnSp>
        <p:nvCxnSpPr>
          <p:cNvPr id="6" name="Straight Connector 5">
            <a:extLst>
              <a:ext uri="{FF2B5EF4-FFF2-40B4-BE49-F238E27FC236}">
                <a16:creationId xmlns:a16="http://schemas.microsoft.com/office/drawing/2014/main" id="{5AD29DC4-2C23-651D-9C15-EFF2A0DCC1B7}"/>
              </a:ext>
            </a:extLst>
          </p:cNvPr>
          <p:cNvCxnSpPr>
            <a:cxnSpLocks/>
          </p:cNvCxnSpPr>
          <p:nvPr userDrawn="1"/>
        </p:nvCxnSpPr>
        <p:spPr>
          <a:xfrm>
            <a:off x="8371345" y="6457200"/>
            <a:ext cx="0" cy="192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pic>
        <p:nvPicPr>
          <p:cNvPr id="3" name="Picture 2" descr="Logo, icon&#10;&#10;Description automatically generated">
            <a:extLst>
              <a:ext uri="{FF2B5EF4-FFF2-40B4-BE49-F238E27FC236}">
                <a16:creationId xmlns:a16="http://schemas.microsoft.com/office/drawing/2014/main" id="{A246F6C7-83D5-BFEE-0EE8-9CC09AAD485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807983" y="5286727"/>
            <a:ext cx="1984139" cy="945600"/>
          </a:xfrm>
          <a:prstGeom prst="rect">
            <a:avLst/>
          </a:prstGeom>
        </p:spPr>
      </p:pic>
    </p:spTree>
    <p:extLst>
      <p:ext uri="{BB962C8B-B14F-4D97-AF65-F5344CB8AC3E}">
        <p14:creationId xmlns:p14="http://schemas.microsoft.com/office/powerpoint/2010/main" val="181680475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5.1 - Cover O BlueGreen2">
    <p:spTree>
      <p:nvGrpSpPr>
        <p:cNvPr id="1" name=""/>
        <p:cNvGrpSpPr/>
        <p:nvPr/>
      </p:nvGrpSpPr>
      <p:grpSpPr>
        <a:xfrm>
          <a:off x="0" y="0"/>
          <a:ext cx="0" cy="0"/>
          <a:chOff x="0" y="0"/>
          <a:chExt cx="0" cy="0"/>
        </a:xfrm>
      </p:grpSpPr>
      <p:pic>
        <p:nvPicPr>
          <p:cNvPr id="11" name="Picture 10" descr="Background pattern&#10;&#10;Description automatically generated">
            <a:extLst>
              <a:ext uri="{FF2B5EF4-FFF2-40B4-BE49-F238E27FC236}">
                <a16:creationId xmlns:a16="http://schemas.microsoft.com/office/drawing/2014/main" id="{18A7CBB0-A767-7247-8638-81BC366967B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pic>
        <p:nvPicPr>
          <p:cNvPr id="13" name="Graphic 12">
            <a:extLst>
              <a:ext uri="{FF2B5EF4-FFF2-40B4-BE49-F238E27FC236}">
                <a16:creationId xmlns:a16="http://schemas.microsoft.com/office/drawing/2014/main" id="{8CEF710E-39E1-082B-B52C-E37B4EEF550E}"/>
              </a:ext>
            </a:extLst>
          </p:cNvPr>
          <p:cNvPicPr>
            <a:picLocks noChangeAspect="1"/>
          </p:cNvPicPr>
          <p:nvPr userDrawn="1"/>
        </p:nvPicPr>
        <p:blipFill rotWithShape="1">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r="25034"/>
          <a:stretch/>
        </p:blipFill>
        <p:spPr>
          <a:xfrm>
            <a:off x="6835701" y="-6395"/>
            <a:ext cx="5356300" cy="6859200"/>
          </a:xfrm>
          <a:prstGeom prst="rect">
            <a:avLst/>
          </a:prstGeom>
        </p:spPr>
      </p:pic>
      <p:sp>
        <p:nvSpPr>
          <p:cNvPr id="14" name="Title 4">
            <a:extLst>
              <a:ext uri="{FF2B5EF4-FFF2-40B4-BE49-F238E27FC236}">
                <a16:creationId xmlns:a16="http://schemas.microsoft.com/office/drawing/2014/main" id="{2C6BDD68-E8AC-9D13-ED1D-D43FFC8357C6}"/>
              </a:ext>
            </a:extLst>
          </p:cNvPr>
          <p:cNvSpPr>
            <a:spLocks noGrp="1"/>
          </p:cNvSpPr>
          <p:nvPr>
            <p:ph type="title" hasCustomPrompt="1"/>
          </p:nvPr>
        </p:nvSpPr>
        <p:spPr>
          <a:xfrm>
            <a:off x="556708" y="2179565"/>
            <a:ext cx="5213179" cy="1659287"/>
          </a:xfrm>
          <a:prstGeom prst="rect">
            <a:avLst/>
          </a:prstGeom>
        </p:spPr>
        <p:txBody>
          <a:bodyPr lIns="0" tIns="0" rIns="0" bIns="0">
            <a:noAutofit/>
          </a:bodyPr>
          <a:lstStyle>
            <a:lvl1pPr marL="0" indent="0" algn="l" defTabSz="1219170" rtl="0" eaLnBrk="1" latinLnBrk="0" hangingPunct="1">
              <a:lnSpc>
                <a:spcPct val="100000"/>
              </a:lnSpc>
              <a:spcBef>
                <a:spcPts val="0"/>
              </a:spcBef>
              <a:buFont typeface="Arial" panose="020B0604020202020204" pitchFamily="34" charset="0"/>
              <a:buNone/>
              <a:defRPr lang="en-GB" sz="4800" kern="1200" baseline="0" dirty="0" smtClean="0">
                <a:solidFill>
                  <a:schemeClr val="bg1"/>
                </a:solidFill>
                <a:latin typeface="+mj-lt"/>
                <a:ea typeface="+mn-ea"/>
                <a:cs typeface="+mn-cs"/>
              </a:defRPr>
            </a:lvl1pPr>
          </a:lstStyle>
          <a:p>
            <a:r>
              <a:rPr lang="en-GB" dirty="0"/>
              <a:t>Presentation</a:t>
            </a:r>
            <a:br>
              <a:rPr lang="en-GB" dirty="0"/>
            </a:br>
            <a:r>
              <a:rPr lang="en-GB" dirty="0"/>
              <a:t>Title (2 lines)</a:t>
            </a:r>
          </a:p>
        </p:txBody>
      </p:sp>
      <p:sp>
        <p:nvSpPr>
          <p:cNvPr id="15" name="Text Placeholder 3">
            <a:extLst>
              <a:ext uri="{FF2B5EF4-FFF2-40B4-BE49-F238E27FC236}">
                <a16:creationId xmlns:a16="http://schemas.microsoft.com/office/drawing/2014/main" id="{76BF5CE8-2417-2D5D-75FE-27E0BE07F509}"/>
              </a:ext>
            </a:extLst>
          </p:cNvPr>
          <p:cNvSpPr>
            <a:spLocks noGrp="1"/>
          </p:cNvSpPr>
          <p:nvPr>
            <p:ph type="body" sz="quarter" idx="12" hasCustomPrompt="1"/>
          </p:nvPr>
        </p:nvSpPr>
        <p:spPr>
          <a:xfrm>
            <a:off x="556708" y="4079614"/>
            <a:ext cx="5213179" cy="787937"/>
          </a:xfrm>
          <a:prstGeom prst="rect">
            <a:avLst/>
          </a:prstGeom>
        </p:spPr>
        <p:txBody>
          <a:bodyPr lIns="0" tIns="0" rIns="0" bIns="0">
            <a:noAutofit/>
          </a:bodyPr>
          <a:lstStyle>
            <a:lvl1pPr marL="0" indent="0">
              <a:lnSpc>
                <a:spcPct val="100000"/>
              </a:lnSpc>
              <a:spcBef>
                <a:spcPts val="0"/>
              </a:spcBef>
              <a:spcAft>
                <a:spcPts val="800"/>
              </a:spcAft>
              <a:buFont typeface="Arial" panose="020B0604020202020204" pitchFamily="34" charset="0"/>
              <a:buNone/>
              <a:defRPr sz="2400">
                <a:solidFill>
                  <a:schemeClr val="bg1"/>
                </a:solidFill>
                <a:latin typeface="+mn-lt"/>
                <a:ea typeface="Nokia Pure Text Light" panose="020B0403020202020204" pitchFamily="34" charset="0"/>
              </a:defRPr>
            </a:lvl1pPr>
            <a:lvl2pPr marL="307192" indent="0">
              <a:lnSpc>
                <a:spcPct val="100000"/>
              </a:lnSpc>
              <a:spcBef>
                <a:spcPts val="0"/>
              </a:spcBef>
              <a:spcAft>
                <a:spcPts val="800"/>
              </a:spcAft>
              <a:buNone/>
              <a:defRPr sz="1867">
                <a:solidFill>
                  <a:schemeClr val="bg1"/>
                </a:solidFill>
                <a:latin typeface="+mn-lt"/>
                <a:ea typeface="Nokia Pure Text Light" panose="020B0403020202020204" pitchFamily="34" charset="0"/>
              </a:defRPr>
            </a:lvl2pPr>
            <a:lvl3pPr marL="616785" indent="0">
              <a:lnSpc>
                <a:spcPct val="100000"/>
              </a:lnSpc>
              <a:spcBef>
                <a:spcPts val="0"/>
              </a:spcBef>
              <a:spcAft>
                <a:spcPts val="800"/>
              </a:spcAft>
              <a:buNone/>
              <a:defRPr sz="1600">
                <a:solidFill>
                  <a:schemeClr val="bg1"/>
                </a:solidFill>
                <a:latin typeface="+mn-lt"/>
                <a:ea typeface="Nokia Pure Text Light" panose="020B0403020202020204" pitchFamily="34" charset="0"/>
              </a:defRPr>
            </a:lvl3pPr>
            <a:lvl4pPr marL="923977" indent="0">
              <a:lnSpc>
                <a:spcPct val="100000"/>
              </a:lnSpc>
              <a:spcBef>
                <a:spcPts val="0"/>
              </a:spcBef>
              <a:spcAft>
                <a:spcPts val="800"/>
              </a:spcAft>
              <a:buNone/>
              <a:defRPr sz="1333">
                <a:solidFill>
                  <a:schemeClr val="bg1"/>
                </a:solidFill>
                <a:latin typeface="+mn-lt"/>
                <a:ea typeface="Nokia Pure Text Light" panose="020B0403020202020204" pitchFamily="34" charset="0"/>
              </a:defRPr>
            </a:lvl4pPr>
            <a:lvl5pPr marL="1231169" indent="0">
              <a:lnSpc>
                <a:spcPct val="100000"/>
              </a:lnSpc>
              <a:spcBef>
                <a:spcPts val="0"/>
              </a:spcBef>
              <a:spcAft>
                <a:spcPts val="800"/>
              </a:spcAft>
              <a:buFont typeface="Arial" panose="020B0604020202020204" pitchFamily="34" charset="0"/>
              <a:buNone/>
              <a:defRPr sz="1200">
                <a:solidFill>
                  <a:schemeClr val="bg1"/>
                </a:solidFill>
                <a:latin typeface="+mn-lt"/>
                <a:ea typeface="Nokia Pure Text Light" panose="020B0403020202020204" pitchFamily="34" charset="0"/>
              </a:defRPr>
            </a:lvl5pPr>
            <a:lvl6pPr marL="1538362" indent="0">
              <a:spcBef>
                <a:spcPts val="0"/>
              </a:spcBef>
              <a:spcAft>
                <a:spcPts val="800"/>
              </a:spcAft>
              <a:buFont typeface="Nokia Pure Text" panose="020B0503020202020204" pitchFamily="34" charset="0"/>
              <a:buNone/>
              <a:defRPr sz="1067" baseline="0">
                <a:solidFill>
                  <a:schemeClr val="tx2"/>
                </a:solidFill>
                <a:latin typeface="Nokia Pure Text Light" panose="020B0403020202020204" pitchFamily="34" charset="0"/>
                <a:ea typeface="Nokia Pure Text Light" panose="020B0403020202020204" pitchFamily="34" charset="0"/>
              </a:defRPr>
            </a:lvl6pPr>
            <a:lvl7pPr marL="1845554" indent="0">
              <a:spcBef>
                <a:spcPts val="0"/>
              </a:spcBef>
              <a:spcAft>
                <a:spcPts val="800"/>
              </a:spcAft>
              <a:buNone/>
              <a:defRPr sz="933">
                <a:solidFill>
                  <a:schemeClr val="tx2"/>
                </a:solidFill>
                <a:latin typeface="Nokia Pure Text Light" panose="020B0403020202020204" pitchFamily="34" charset="0"/>
                <a:ea typeface="Nokia Pure Text Light" panose="020B0403020202020204" pitchFamily="34" charset="0"/>
              </a:defRPr>
            </a:lvl7pPr>
            <a:lvl8pPr marL="2152746" indent="0">
              <a:spcBef>
                <a:spcPts val="0"/>
              </a:spcBef>
              <a:spcAft>
                <a:spcPts val="800"/>
              </a:spcAft>
              <a:buNone/>
              <a:defRPr sz="800">
                <a:solidFill>
                  <a:schemeClr val="tx2"/>
                </a:solidFill>
                <a:latin typeface="Nokia Pure Text Light" panose="020B0403020202020204" pitchFamily="34" charset="0"/>
                <a:ea typeface="Nokia Pure Text Light" panose="020B0403020202020204" pitchFamily="34" charset="0"/>
              </a:defRPr>
            </a:lvl8pPr>
          </a:lstStyle>
          <a:p>
            <a:pPr lvl="0"/>
            <a:r>
              <a:rPr lang="en-US" dirty="0"/>
              <a:t>Subtitle/Author</a:t>
            </a:r>
          </a:p>
        </p:txBody>
      </p:sp>
      <p:sp>
        <p:nvSpPr>
          <p:cNvPr id="16" name="TextBox 15">
            <a:extLst>
              <a:ext uri="{FF2B5EF4-FFF2-40B4-BE49-F238E27FC236}">
                <a16:creationId xmlns:a16="http://schemas.microsoft.com/office/drawing/2014/main" id="{CC8B88A2-C8A9-A342-E8B5-C91DF5E71FF2}"/>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7" name="Slide Number Placeholder 5">
            <a:extLst>
              <a:ext uri="{FF2B5EF4-FFF2-40B4-BE49-F238E27FC236}">
                <a16:creationId xmlns:a16="http://schemas.microsoft.com/office/drawing/2014/main" id="{9EC2290D-5934-145E-499C-1CB0349E5FA0}"/>
              </a:ext>
            </a:extLst>
          </p:cNvPr>
          <p:cNvSpPr txBox="1">
            <a:spLocks/>
          </p:cNvSpPr>
          <p:nvPr userDrawn="1"/>
        </p:nvSpPr>
        <p:spPr>
          <a:xfrm>
            <a:off x="558803" y="6478009"/>
            <a:ext cx="166712"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8" name="Footer Placeholder 2">
            <a:extLst>
              <a:ext uri="{FF2B5EF4-FFF2-40B4-BE49-F238E27FC236}">
                <a16:creationId xmlns:a16="http://schemas.microsoft.com/office/drawing/2014/main" id="{BD471F30-B344-A63E-287D-45299C34768C}"/>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endParaRPr lang="en-US" dirty="0"/>
          </a:p>
        </p:txBody>
      </p:sp>
      <p:cxnSp>
        <p:nvCxnSpPr>
          <p:cNvPr id="3" name="Straight Connector 2">
            <a:extLst>
              <a:ext uri="{FF2B5EF4-FFF2-40B4-BE49-F238E27FC236}">
                <a16:creationId xmlns:a16="http://schemas.microsoft.com/office/drawing/2014/main" id="{4B546994-6297-B34D-7D3F-FEAAF99F39B2}"/>
              </a:ext>
            </a:extLst>
          </p:cNvPr>
          <p:cNvCxnSpPr>
            <a:cxnSpLocks/>
          </p:cNvCxnSpPr>
          <p:nvPr userDrawn="1"/>
        </p:nvCxnSpPr>
        <p:spPr>
          <a:xfrm>
            <a:off x="1871480" y="6457200"/>
            <a:ext cx="0" cy="192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4" name="Picture 3" descr="Icon&#10;&#10;Description automatically generated">
            <a:extLst>
              <a:ext uri="{FF2B5EF4-FFF2-40B4-BE49-F238E27FC236}">
                <a16:creationId xmlns:a16="http://schemas.microsoft.com/office/drawing/2014/main" id="{550A4A4D-1A2B-7E5F-7823-2719F8EF15F3}"/>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9205175" y="3009207"/>
            <a:ext cx="1984139" cy="945600"/>
          </a:xfrm>
          <a:prstGeom prst="rect">
            <a:avLst/>
          </a:prstGeom>
        </p:spPr>
      </p:pic>
    </p:spTree>
    <p:extLst>
      <p:ext uri="{BB962C8B-B14F-4D97-AF65-F5344CB8AC3E}">
        <p14:creationId xmlns:p14="http://schemas.microsoft.com/office/powerpoint/2010/main" val="59577853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5.2 - Cover O BluePink1">
    <p:spTree>
      <p:nvGrpSpPr>
        <p:cNvPr id="1" name=""/>
        <p:cNvGrpSpPr/>
        <p:nvPr/>
      </p:nvGrpSpPr>
      <p:grpSpPr>
        <a:xfrm>
          <a:off x="0" y="0"/>
          <a:ext cx="0" cy="0"/>
          <a:chOff x="0" y="0"/>
          <a:chExt cx="0" cy="0"/>
        </a:xfrm>
      </p:grpSpPr>
      <p:pic>
        <p:nvPicPr>
          <p:cNvPr id="10" name="Picture 9" descr="Background pattern&#10;&#10;Description automatically generated">
            <a:extLst>
              <a:ext uri="{FF2B5EF4-FFF2-40B4-BE49-F238E27FC236}">
                <a16:creationId xmlns:a16="http://schemas.microsoft.com/office/drawing/2014/main" id="{B7370059-157B-625C-8521-D3FCF8A22DA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pic>
        <p:nvPicPr>
          <p:cNvPr id="14" name="Graphic 13">
            <a:extLst>
              <a:ext uri="{FF2B5EF4-FFF2-40B4-BE49-F238E27FC236}">
                <a16:creationId xmlns:a16="http://schemas.microsoft.com/office/drawing/2014/main" id="{F41E3DBD-A4E2-6EF5-8073-EED87395D745}"/>
              </a:ext>
            </a:extLst>
          </p:cNvPr>
          <p:cNvPicPr>
            <a:picLocks noChangeAspect="1"/>
          </p:cNvPicPr>
          <p:nvPr userDrawn="1"/>
        </p:nvPicPr>
        <p:blipFill rotWithShape="1">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r="25034"/>
          <a:stretch/>
        </p:blipFill>
        <p:spPr>
          <a:xfrm>
            <a:off x="6835701" y="-6395"/>
            <a:ext cx="5356300" cy="6859200"/>
          </a:xfrm>
          <a:prstGeom prst="rect">
            <a:avLst/>
          </a:prstGeom>
        </p:spPr>
      </p:pic>
      <p:sp>
        <p:nvSpPr>
          <p:cNvPr id="15" name="Title 4">
            <a:extLst>
              <a:ext uri="{FF2B5EF4-FFF2-40B4-BE49-F238E27FC236}">
                <a16:creationId xmlns:a16="http://schemas.microsoft.com/office/drawing/2014/main" id="{60E8CE17-B2D0-B92F-1A9F-C72280B6E9A3}"/>
              </a:ext>
            </a:extLst>
          </p:cNvPr>
          <p:cNvSpPr>
            <a:spLocks noGrp="1"/>
          </p:cNvSpPr>
          <p:nvPr>
            <p:ph type="title" hasCustomPrompt="1"/>
          </p:nvPr>
        </p:nvSpPr>
        <p:spPr>
          <a:xfrm>
            <a:off x="556708" y="2179565"/>
            <a:ext cx="5213179" cy="1659287"/>
          </a:xfrm>
          <a:prstGeom prst="rect">
            <a:avLst/>
          </a:prstGeom>
        </p:spPr>
        <p:txBody>
          <a:bodyPr lIns="0" tIns="0" rIns="0" bIns="0">
            <a:noAutofit/>
          </a:bodyPr>
          <a:lstStyle>
            <a:lvl1pPr marL="0" indent="0" algn="l" defTabSz="1219170" rtl="0" eaLnBrk="1" latinLnBrk="0" hangingPunct="1">
              <a:lnSpc>
                <a:spcPct val="100000"/>
              </a:lnSpc>
              <a:spcBef>
                <a:spcPts val="0"/>
              </a:spcBef>
              <a:buFont typeface="Arial" panose="020B0604020202020204" pitchFamily="34" charset="0"/>
              <a:buNone/>
              <a:defRPr lang="en-GB" sz="4800" kern="1200" baseline="0" dirty="0" smtClean="0">
                <a:solidFill>
                  <a:schemeClr val="bg1"/>
                </a:solidFill>
                <a:latin typeface="+mj-lt"/>
                <a:ea typeface="+mn-ea"/>
                <a:cs typeface="+mn-cs"/>
              </a:defRPr>
            </a:lvl1pPr>
          </a:lstStyle>
          <a:p>
            <a:r>
              <a:rPr lang="en-GB" dirty="0"/>
              <a:t>Presentation</a:t>
            </a:r>
            <a:br>
              <a:rPr lang="en-GB" dirty="0"/>
            </a:br>
            <a:r>
              <a:rPr lang="en-GB" dirty="0"/>
              <a:t>Title (2 lines)</a:t>
            </a:r>
          </a:p>
        </p:txBody>
      </p:sp>
      <p:sp>
        <p:nvSpPr>
          <p:cNvPr id="16" name="Text Placeholder 3">
            <a:extLst>
              <a:ext uri="{FF2B5EF4-FFF2-40B4-BE49-F238E27FC236}">
                <a16:creationId xmlns:a16="http://schemas.microsoft.com/office/drawing/2014/main" id="{6BEF90E0-A2AA-9B05-58FB-3D4109E95C42}"/>
              </a:ext>
            </a:extLst>
          </p:cNvPr>
          <p:cNvSpPr>
            <a:spLocks noGrp="1"/>
          </p:cNvSpPr>
          <p:nvPr>
            <p:ph type="body" sz="quarter" idx="12" hasCustomPrompt="1"/>
          </p:nvPr>
        </p:nvSpPr>
        <p:spPr>
          <a:xfrm>
            <a:off x="556708" y="4079614"/>
            <a:ext cx="5213179" cy="787937"/>
          </a:xfrm>
          <a:prstGeom prst="rect">
            <a:avLst/>
          </a:prstGeom>
        </p:spPr>
        <p:txBody>
          <a:bodyPr lIns="0" tIns="0" rIns="0" bIns="0">
            <a:noAutofit/>
          </a:bodyPr>
          <a:lstStyle>
            <a:lvl1pPr marL="0" indent="0">
              <a:lnSpc>
                <a:spcPct val="100000"/>
              </a:lnSpc>
              <a:spcBef>
                <a:spcPts val="0"/>
              </a:spcBef>
              <a:spcAft>
                <a:spcPts val="800"/>
              </a:spcAft>
              <a:buFont typeface="Arial" panose="020B0604020202020204" pitchFamily="34" charset="0"/>
              <a:buNone/>
              <a:defRPr sz="2400">
                <a:solidFill>
                  <a:schemeClr val="bg1"/>
                </a:solidFill>
                <a:latin typeface="+mn-lt"/>
                <a:ea typeface="Nokia Pure Text Light" panose="020B0403020202020204" pitchFamily="34" charset="0"/>
              </a:defRPr>
            </a:lvl1pPr>
            <a:lvl2pPr marL="307192" indent="0">
              <a:lnSpc>
                <a:spcPct val="100000"/>
              </a:lnSpc>
              <a:spcBef>
                <a:spcPts val="0"/>
              </a:spcBef>
              <a:spcAft>
                <a:spcPts val="800"/>
              </a:spcAft>
              <a:buNone/>
              <a:defRPr sz="1867">
                <a:solidFill>
                  <a:schemeClr val="bg1"/>
                </a:solidFill>
                <a:latin typeface="+mn-lt"/>
                <a:ea typeface="Nokia Pure Text Light" panose="020B0403020202020204" pitchFamily="34" charset="0"/>
              </a:defRPr>
            </a:lvl2pPr>
            <a:lvl3pPr marL="616785" indent="0">
              <a:lnSpc>
                <a:spcPct val="100000"/>
              </a:lnSpc>
              <a:spcBef>
                <a:spcPts val="0"/>
              </a:spcBef>
              <a:spcAft>
                <a:spcPts val="800"/>
              </a:spcAft>
              <a:buNone/>
              <a:defRPr sz="1600">
                <a:solidFill>
                  <a:schemeClr val="bg1"/>
                </a:solidFill>
                <a:latin typeface="+mn-lt"/>
                <a:ea typeface="Nokia Pure Text Light" panose="020B0403020202020204" pitchFamily="34" charset="0"/>
              </a:defRPr>
            </a:lvl3pPr>
            <a:lvl4pPr marL="923977" indent="0">
              <a:lnSpc>
                <a:spcPct val="100000"/>
              </a:lnSpc>
              <a:spcBef>
                <a:spcPts val="0"/>
              </a:spcBef>
              <a:spcAft>
                <a:spcPts val="800"/>
              </a:spcAft>
              <a:buNone/>
              <a:defRPr sz="1333">
                <a:solidFill>
                  <a:schemeClr val="bg1"/>
                </a:solidFill>
                <a:latin typeface="+mn-lt"/>
                <a:ea typeface="Nokia Pure Text Light" panose="020B0403020202020204" pitchFamily="34" charset="0"/>
              </a:defRPr>
            </a:lvl4pPr>
            <a:lvl5pPr marL="1231169" indent="0">
              <a:lnSpc>
                <a:spcPct val="100000"/>
              </a:lnSpc>
              <a:spcBef>
                <a:spcPts val="0"/>
              </a:spcBef>
              <a:spcAft>
                <a:spcPts val="800"/>
              </a:spcAft>
              <a:buFont typeface="Arial" panose="020B0604020202020204" pitchFamily="34" charset="0"/>
              <a:buNone/>
              <a:defRPr sz="1200">
                <a:solidFill>
                  <a:schemeClr val="bg1"/>
                </a:solidFill>
                <a:latin typeface="+mn-lt"/>
                <a:ea typeface="Nokia Pure Text Light" panose="020B0403020202020204" pitchFamily="34" charset="0"/>
              </a:defRPr>
            </a:lvl5pPr>
            <a:lvl6pPr marL="1538362" indent="0">
              <a:spcBef>
                <a:spcPts val="0"/>
              </a:spcBef>
              <a:spcAft>
                <a:spcPts val="800"/>
              </a:spcAft>
              <a:buFont typeface="Nokia Pure Text" panose="020B0503020202020204" pitchFamily="34" charset="0"/>
              <a:buNone/>
              <a:defRPr sz="1067" baseline="0">
                <a:solidFill>
                  <a:schemeClr val="tx2"/>
                </a:solidFill>
                <a:latin typeface="Nokia Pure Text Light" panose="020B0403020202020204" pitchFamily="34" charset="0"/>
                <a:ea typeface="Nokia Pure Text Light" panose="020B0403020202020204" pitchFamily="34" charset="0"/>
              </a:defRPr>
            </a:lvl6pPr>
            <a:lvl7pPr marL="1845554" indent="0">
              <a:spcBef>
                <a:spcPts val="0"/>
              </a:spcBef>
              <a:spcAft>
                <a:spcPts val="800"/>
              </a:spcAft>
              <a:buNone/>
              <a:defRPr sz="933">
                <a:solidFill>
                  <a:schemeClr val="tx2"/>
                </a:solidFill>
                <a:latin typeface="Nokia Pure Text Light" panose="020B0403020202020204" pitchFamily="34" charset="0"/>
                <a:ea typeface="Nokia Pure Text Light" panose="020B0403020202020204" pitchFamily="34" charset="0"/>
              </a:defRPr>
            </a:lvl7pPr>
            <a:lvl8pPr marL="2152746" indent="0">
              <a:spcBef>
                <a:spcPts val="0"/>
              </a:spcBef>
              <a:spcAft>
                <a:spcPts val="800"/>
              </a:spcAft>
              <a:buNone/>
              <a:defRPr sz="800">
                <a:solidFill>
                  <a:schemeClr val="tx2"/>
                </a:solidFill>
                <a:latin typeface="Nokia Pure Text Light" panose="020B0403020202020204" pitchFamily="34" charset="0"/>
                <a:ea typeface="Nokia Pure Text Light" panose="020B0403020202020204" pitchFamily="34" charset="0"/>
              </a:defRPr>
            </a:lvl8pPr>
          </a:lstStyle>
          <a:p>
            <a:pPr lvl="0"/>
            <a:r>
              <a:rPr lang="en-US" dirty="0"/>
              <a:t>Subtitle/Author</a:t>
            </a:r>
          </a:p>
        </p:txBody>
      </p:sp>
      <p:sp>
        <p:nvSpPr>
          <p:cNvPr id="20" name="TextBox 19">
            <a:extLst>
              <a:ext uri="{FF2B5EF4-FFF2-40B4-BE49-F238E27FC236}">
                <a16:creationId xmlns:a16="http://schemas.microsoft.com/office/drawing/2014/main" id="{3B132D8A-9E85-B335-C2FD-9D2508FEAFCE}"/>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21" name="Slide Number Placeholder 5">
            <a:extLst>
              <a:ext uri="{FF2B5EF4-FFF2-40B4-BE49-F238E27FC236}">
                <a16:creationId xmlns:a16="http://schemas.microsoft.com/office/drawing/2014/main" id="{5D1F556C-703D-0EB9-35BD-0A7DE6122BF2}"/>
              </a:ext>
            </a:extLst>
          </p:cNvPr>
          <p:cNvSpPr txBox="1">
            <a:spLocks/>
          </p:cNvSpPr>
          <p:nvPr userDrawn="1"/>
        </p:nvSpPr>
        <p:spPr>
          <a:xfrm>
            <a:off x="558803" y="6478009"/>
            <a:ext cx="166712"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2" name="Footer Placeholder 2">
            <a:extLst>
              <a:ext uri="{FF2B5EF4-FFF2-40B4-BE49-F238E27FC236}">
                <a16:creationId xmlns:a16="http://schemas.microsoft.com/office/drawing/2014/main" id="{F61D5928-67F7-A4E5-2767-E072B8F67A23}"/>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endParaRPr lang="en-US" dirty="0"/>
          </a:p>
        </p:txBody>
      </p:sp>
      <p:cxnSp>
        <p:nvCxnSpPr>
          <p:cNvPr id="3" name="Straight Connector 2">
            <a:extLst>
              <a:ext uri="{FF2B5EF4-FFF2-40B4-BE49-F238E27FC236}">
                <a16:creationId xmlns:a16="http://schemas.microsoft.com/office/drawing/2014/main" id="{0BAF7AE3-4CA8-632D-9971-72776B7D43D5}"/>
              </a:ext>
            </a:extLst>
          </p:cNvPr>
          <p:cNvCxnSpPr>
            <a:cxnSpLocks/>
          </p:cNvCxnSpPr>
          <p:nvPr userDrawn="1"/>
        </p:nvCxnSpPr>
        <p:spPr>
          <a:xfrm>
            <a:off x="1871480" y="6457200"/>
            <a:ext cx="0" cy="192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4" name="Picture 3" descr="Icon&#10;&#10;Description automatically generated">
            <a:extLst>
              <a:ext uri="{FF2B5EF4-FFF2-40B4-BE49-F238E27FC236}">
                <a16:creationId xmlns:a16="http://schemas.microsoft.com/office/drawing/2014/main" id="{831B8EEB-24AC-5795-13AA-2A8F1779C517}"/>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9205175" y="3009207"/>
            <a:ext cx="1984139" cy="945600"/>
          </a:xfrm>
          <a:prstGeom prst="rect">
            <a:avLst/>
          </a:prstGeom>
        </p:spPr>
      </p:pic>
    </p:spTree>
    <p:extLst>
      <p:ext uri="{BB962C8B-B14F-4D97-AF65-F5344CB8AC3E}">
        <p14:creationId xmlns:p14="http://schemas.microsoft.com/office/powerpoint/2010/main" val="123078608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5.3 - Cover O BlueGreen3">
    <p:spTree>
      <p:nvGrpSpPr>
        <p:cNvPr id="1" name=""/>
        <p:cNvGrpSpPr/>
        <p:nvPr/>
      </p:nvGrpSpPr>
      <p:grpSpPr>
        <a:xfrm>
          <a:off x="0" y="0"/>
          <a:ext cx="0" cy="0"/>
          <a:chOff x="0" y="0"/>
          <a:chExt cx="0" cy="0"/>
        </a:xfrm>
      </p:grpSpPr>
      <p:pic>
        <p:nvPicPr>
          <p:cNvPr id="9" name="Picture 8" descr="Background pattern&#10;&#10;Description automatically generated">
            <a:extLst>
              <a:ext uri="{FF2B5EF4-FFF2-40B4-BE49-F238E27FC236}">
                <a16:creationId xmlns:a16="http://schemas.microsoft.com/office/drawing/2014/main" id="{7A20ED13-DCC3-ED6C-4FB2-2B64E7F0411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pic>
        <p:nvPicPr>
          <p:cNvPr id="16" name="Graphic 15">
            <a:extLst>
              <a:ext uri="{FF2B5EF4-FFF2-40B4-BE49-F238E27FC236}">
                <a16:creationId xmlns:a16="http://schemas.microsoft.com/office/drawing/2014/main" id="{B9438AB4-120A-6B68-C6A3-6BD51CF52D24}"/>
              </a:ext>
            </a:extLst>
          </p:cNvPr>
          <p:cNvPicPr>
            <a:picLocks noChangeAspect="1"/>
          </p:cNvPicPr>
          <p:nvPr userDrawn="1"/>
        </p:nvPicPr>
        <p:blipFill rotWithShape="1">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r="25034"/>
          <a:stretch/>
        </p:blipFill>
        <p:spPr>
          <a:xfrm>
            <a:off x="6835701" y="-6395"/>
            <a:ext cx="5356300" cy="6859200"/>
          </a:xfrm>
          <a:prstGeom prst="rect">
            <a:avLst/>
          </a:prstGeom>
        </p:spPr>
      </p:pic>
      <p:sp>
        <p:nvSpPr>
          <p:cNvPr id="17" name="Title 4">
            <a:extLst>
              <a:ext uri="{FF2B5EF4-FFF2-40B4-BE49-F238E27FC236}">
                <a16:creationId xmlns:a16="http://schemas.microsoft.com/office/drawing/2014/main" id="{184C4A7B-1AC5-72AD-EB05-210AB3D4C140}"/>
              </a:ext>
            </a:extLst>
          </p:cNvPr>
          <p:cNvSpPr>
            <a:spLocks noGrp="1"/>
          </p:cNvSpPr>
          <p:nvPr>
            <p:ph type="title" hasCustomPrompt="1"/>
          </p:nvPr>
        </p:nvSpPr>
        <p:spPr>
          <a:xfrm>
            <a:off x="556708" y="2179565"/>
            <a:ext cx="5213179" cy="1659287"/>
          </a:xfrm>
          <a:prstGeom prst="rect">
            <a:avLst/>
          </a:prstGeom>
        </p:spPr>
        <p:txBody>
          <a:bodyPr lIns="0" tIns="0" rIns="0" bIns="0">
            <a:noAutofit/>
          </a:bodyPr>
          <a:lstStyle>
            <a:lvl1pPr marL="0" indent="0" algn="l" defTabSz="1219170" rtl="0" eaLnBrk="1" latinLnBrk="0" hangingPunct="1">
              <a:lnSpc>
                <a:spcPct val="100000"/>
              </a:lnSpc>
              <a:spcBef>
                <a:spcPts val="0"/>
              </a:spcBef>
              <a:buFont typeface="Arial" panose="020B0604020202020204" pitchFamily="34" charset="0"/>
              <a:buNone/>
              <a:defRPr lang="en-GB" sz="4800" kern="1200" baseline="0" dirty="0" smtClean="0">
                <a:solidFill>
                  <a:schemeClr val="bg1"/>
                </a:solidFill>
                <a:latin typeface="+mj-lt"/>
                <a:ea typeface="+mn-ea"/>
                <a:cs typeface="+mn-cs"/>
              </a:defRPr>
            </a:lvl1pPr>
          </a:lstStyle>
          <a:p>
            <a:r>
              <a:rPr lang="en-GB" dirty="0"/>
              <a:t>Presentation</a:t>
            </a:r>
            <a:br>
              <a:rPr lang="en-GB" dirty="0"/>
            </a:br>
            <a:r>
              <a:rPr lang="en-GB" dirty="0"/>
              <a:t>Title (2 lines)</a:t>
            </a:r>
          </a:p>
        </p:txBody>
      </p:sp>
      <p:sp>
        <p:nvSpPr>
          <p:cNvPr id="18" name="Text Placeholder 3">
            <a:extLst>
              <a:ext uri="{FF2B5EF4-FFF2-40B4-BE49-F238E27FC236}">
                <a16:creationId xmlns:a16="http://schemas.microsoft.com/office/drawing/2014/main" id="{A5F506F4-DF34-76FB-83D6-A513173F8EFA}"/>
              </a:ext>
            </a:extLst>
          </p:cNvPr>
          <p:cNvSpPr>
            <a:spLocks noGrp="1"/>
          </p:cNvSpPr>
          <p:nvPr>
            <p:ph type="body" sz="quarter" idx="12" hasCustomPrompt="1"/>
          </p:nvPr>
        </p:nvSpPr>
        <p:spPr>
          <a:xfrm>
            <a:off x="556708" y="4079614"/>
            <a:ext cx="5213179" cy="787937"/>
          </a:xfrm>
          <a:prstGeom prst="rect">
            <a:avLst/>
          </a:prstGeom>
        </p:spPr>
        <p:txBody>
          <a:bodyPr lIns="0" tIns="0" rIns="0" bIns="0">
            <a:noAutofit/>
          </a:bodyPr>
          <a:lstStyle>
            <a:lvl1pPr marL="0" indent="0">
              <a:lnSpc>
                <a:spcPct val="100000"/>
              </a:lnSpc>
              <a:spcBef>
                <a:spcPts val="0"/>
              </a:spcBef>
              <a:spcAft>
                <a:spcPts val="800"/>
              </a:spcAft>
              <a:buFont typeface="Arial" panose="020B0604020202020204" pitchFamily="34" charset="0"/>
              <a:buNone/>
              <a:defRPr sz="2400">
                <a:solidFill>
                  <a:schemeClr val="bg1"/>
                </a:solidFill>
                <a:latin typeface="+mn-lt"/>
                <a:ea typeface="Nokia Pure Text Light" panose="020B0403020202020204" pitchFamily="34" charset="0"/>
              </a:defRPr>
            </a:lvl1pPr>
            <a:lvl2pPr marL="307192" indent="0">
              <a:lnSpc>
                <a:spcPct val="100000"/>
              </a:lnSpc>
              <a:spcBef>
                <a:spcPts val="0"/>
              </a:spcBef>
              <a:spcAft>
                <a:spcPts val="800"/>
              </a:spcAft>
              <a:buNone/>
              <a:defRPr sz="1867">
                <a:solidFill>
                  <a:schemeClr val="bg1"/>
                </a:solidFill>
                <a:latin typeface="+mn-lt"/>
                <a:ea typeface="Nokia Pure Text Light" panose="020B0403020202020204" pitchFamily="34" charset="0"/>
              </a:defRPr>
            </a:lvl2pPr>
            <a:lvl3pPr marL="616785" indent="0">
              <a:lnSpc>
                <a:spcPct val="100000"/>
              </a:lnSpc>
              <a:spcBef>
                <a:spcPts val="0"/>
              </a:spcBef>
              <a:spcAft>
                <a:spcPts val="800"/>
              </a:spcAft>
              <a:buNone/>
              <a:defRPr sz="1600">
                <a:solidFill>
                  <a:schemeClr val="bg1"/>
                </a:solidFill>
                <a:latin typeface="+mn-lt"/>
                <a:ea typeface="Nokia Pure Text Light" panose="020B0403020202020204" pitchFamily="34" charset="0"/>
              </a:defRPr>
            </a:lvl3pPr>
            <a:lvl4pPr marL="923977" indent="0">
              <a:lnSpc>
                <a:spcPct val="100000"/>
              </a:lnSpc>
              <a:spcBef>
                <a:spcPts val="0"/>
              </a:spcBef>
              <a:spcAft>
                <a:spcPts val="800"/>
              </a:spcAft>
              <a:buNone/>
              <a:defRPr sz="1333">
                <a:solidFill>
                  <a:schemeClr val="bg1"/>
                </a:solidFill>
                <a:latin typeface="+mn-lt"/>
                <a:ea typeface="Nokia Pure Text Light" panose="020B0403020202020204" pitchFamily="34" charset="0"/>
              </a:defRPr>
            </a:lvl4pPr>
            <a:lvl5pPr marL="1231169" indent="0">
              <a:lnSpc>
                <a:spcPct val="100000"/>
              </a:lnSpc>
              <a:spcBef>
                <a:spcPts val="0"/>
              </a:spcBef>
              <a:spcAft>
                <a:spcPts val="800"/>
              </a:spcAft>
              <a:buFont typeface="Arial" panose="020B0604020202020204" pitchFamily="34" charset="0"/>
              <a:buNone/>
              <a:defRPr sz="1200">
                <a:solidFill>
                  <a:schemeClr val="bg1"/>
                </a:solidFill>
                <a:latin typeface="+mn-lt"/>
                <a:ea typeface="Nokia Pure Text Light" panose="020B0403020202020204" pitchFamily="34" charset="0"/>
              </a:defRPr>
            </a:lvl5pPr>
            <a:lvl6pPr marL="1538362" indent="0">
              <a:spcBef>
                <a:spcPts val="0"/>
              </a:spcBef>
              <a:spcAft>
                <a:spcPts val="800"/>
              </a:spcAft>
              <a:buFont typeface="Nokia Pure Text" panose="020B0503020202020204" pitchFamily="34" charset="0"/>
              <a:buNone/>
              <a:defRPr sz="1067" baseline="0">
                <a:solidFill>
                  <a:schemeClr val="tx2"/>
                </a:solidFill>
                <a:latin typeface="Nokia Pure Text Light" panose="020B0403020202020204" pitchFamily="34" charset="0"/>
                <a:ea typeface="Nokia Pure Text Light" panose="020B0403020202020204" pitchFamily="34" charset="0"/>
              </a:defRPr>
            </a:lvl6pPr>
            <a:lvl7pPr marL="1845554" indent="0">
              <a:spcBef>
                <a:spcPts val="0"/>
              </a:spcBef>
              <a:spcAft>
                <a:spcPts val="800"/>
              </a:spcAft>
              <a:buNone/>
              <a:defRPr sz="933">
                <a:solidFill>
                  <a:schemeClr val="tx2"/>
                </a:solidFill>
                <a:latin typeface="Nokia Pure Text Light" panose="020B0403020202020204" pitchFamily="34" charset="0"/>
                <a:ea typeface="Nokia Pure Text Light" panose="020B0403020202020204" pitchFamily="34" charset="0"/>
              </a:defRPr>
            </a:lvl7pPr>
            <a:lvl8pPr marL="2152746" indent="0">
              <a:spcBef>
                <a:spcPts val="0"/>
              </a:spcBef>
              <a:spcAft>
                <a:spcPts val="800"/>
              </a:spcAft>
              <a:buNone/>
              <a:defRPr sz="800">
                <a:solidFill>
                  <a:schemeClr val="tx2"/>
                </a:solidFill>
                <a:latin typeface="Nokia Pure Text Light" panose="020B0403020202020204" pitchFamily="34" charset="0"/>
                <a:ea typeface="Nokia Pure Text Light" panose="020B0403020202020204" pitchFamily="34" charset="0"/>
              </a:defRPr>
            </a:lvl8pPr>
          </a:lstStyle>
          <a:p>
            <a:pPr lvl="0"/>
            <a:r>
              <a:rPr lang="en-US" dirty="0"/>
              <a:t>Subtitle/Author</a:t>
            </a:r>
          </a:p>
        </p:txBody>
      </p:sp>
      <p:sp>
        <p:nvSpPr>
          <p:cNvPr id="20" name="TextBox 19">
            <a:extLst>
              <a:ext uri="{FF2B5EF4-FFF2-40B4-BE49-F238E27FC236}">
                <a16:creationId xmlns:a16="http://schemas.microsoft.com/office/drawing/2014/main" id="{720759C7-94BC-8FC1-9A43-A40A4BE7AC1D}"/>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21" name="Slide Number Placeholder 5">
            <a:extLst>
              <a:ext uri="{FF2B5EF4-FFF2-40B4-BE49-F238E27FC236}">
                <a16:creationId xmlns:a16="http://schemas.microsoft.com/office/drawing/2014/main" id="{83D4680A-11B6-A841-EC68-FFF11409500E}"/>
              </a:ext>
            </a:extLst>
          </p:cNvPr>
          <p:cNvSpPr txBox="1">
            <a:spLocks/>
          </p:cNvSpPr>
          <p:nvPr userDrawn="1"/>
        </p:nvSpPr>
        <p:spPr>
          <a:xfrm>
            <a:off x="558803" y="6478009"/>
            <a:ext cx="166712"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2" name="Footer Placeholder 2">
            <a:extLst>
              <a:ext uri="{FF2B5EF4-FFF2-40B4-BE49-F238E27FC236}">
                <a16:creationId xmlns:a16="http://schemas.microsoft.com/office/drawing/2014/main" id="{AE485A1C-8A6A-5C51-5E3F-5685AAA904F0}"/>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endParaRPr lang="en-US" dirty="0"/>
          </a:p>
        </p:txBody>
      </p:sp>
      <p:cxnSp>
        <p:nvCxnSpPr>
          <p:cNvPr id="3" name="Straight Connector 2">
            <a:extLst>
              <a:ext uri="{FF2B5EF4-FFF2-40B4-BE49-F238E27FC236}">
                <a16:creationId xmlns:a16="http://schemas.microsoft.com/office/drawing/2014/main" id="{34C74111-FD50-7C19-C9ED-B5ACBA2EC074}"/>
              </a:ext>
            </a:extLst>
          </p:cNvPr>
          <p:cNvCxnSpPr>
            <a:cxnSpLocks/>
          </p:cNvCxnSpPr>
          <p:nvPr userDrawn="1"/>
        </p:nvCxnSpPr>
        <p:spPr>
          <a:xfrm>
            <a:off x="1871480" y="6457200"/>
            <a:ext cx="0" cy="192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4" name="Picture 3" descr="Icon&#10;&#10;Description automatically generated">
            <a:extLst>
              <a:ext uri="{FF2B5EF4-FFF2-40B4-BE49-F238E27FC236}">
                <a16:creationId xmlns:a16="http://schemas.microsoft.com/office/drawing/2014/main" id="{155F03A1-AAAC-2AD3-EFE6-257BC0F3D6C9}"/>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9205175" y="3009207"/>
            <a:ext cx="1984139" cy="945600"/>
          </a:xfrm>
          <a:prstGeom prst="rect">
            <a:avLst/>
          </a:prstGeom>
        </p:spPr>
      </p:pic>
    </p:spTree>
    <p:extLst>
      <p:ext uri="{BB962C8B-B14F-4D97-AF65-F5344CB8AC3E}">
        <p14:creationId xmlns:p14="http://schemas.microsoft.com/office/powerpoint/2010/main" val="122564808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5.4 - Cover O White">
    <p:spTree>
      <p:nvGrpSpPr>
        <p:cNvPr id="1" name=""/>
        <p:cNvGrpSpPr/>
        <p:nvPr/>
      </p:nvGrpSpPr>
      <p:grpSpPr>
        <a:xfrm>
          <a:off x="0" y="0"/>
          <a:ext cx="0" cy="0"/>
          <a:chOff x="0" y="0"/>
          <a:chExt cx="0" cy="0"/>
        </a:xfrm>
      </p:grpSpPr>
      <p:sp>
        <p:nvSpPr>
          <p:cNvPr id="17" name="Title 4">
            <a:extLst>
              <a:ext uri="{FF2B5EF4-FFF2-40B4-BE49-F238E27FC236}">
                <a16:creationId xmlns:a16="http://schemas.microsoft.com/office/drawing/2014/main" id="{EB5A7CA1-8E09-1FEE-5143-08105708AE59}"/>
              </a:ext>
            </a:extLst>
          </p:cNvPr>
          <p:cNvSpPr>
            <a:spLocks noGrp="1"/>
          </p:cNvSpPr>
          <p:nvPr>
            <p:ph type="title" hasCustomPrompt="1"/>
          </p:nvPr>
        </p:nvSpPr>
        <p:spPr>
          <a:xfrm>
            <a:off x="556708" y="2179565"/>
            <a:ext cx="5213179" cy="1659287"/>
          </a:xfrm>
          <a:prstGeom prst="rect">
            <a:avLst/>
          </a:prstGeom>
        </p:spPr>
        <p:txBody>
          <a:bodyPr lIns="0" tIns="0" rIns="0" bIns="0">
            <a:noAutofit/>
          </a:bodyPr>
          <a:lstStyle>
            <a:lvl1pPr marL="0" indent="0" algn="l" defTabSz="1219170" rtl="0" eaLnBrk="1" latinLnBrk="0" hangingPunct="1">
              <a:lnSpc>
                <a:spcPct val="100000"/>
              </a:lnSpc>
              <a:spcBef>
                <a:spcPts val="0"/>
              </a:spcBef>
              <a:buFont typeface="Arial" panose="020B0604020202020204" pitchFamily="34" charset="0"/>
              <a:buNone/>
              <a:defRPr lang="en-GB" sz="4800" kern="1200" baseline="0" dirty="0" smtClean="0">
                <a:solidFill>
                  <a:schemeClr val="accent1"/>
                </a:solidFill>
                <a:latin typeface="+mj-lt"/>
                <a:ea typeface="+mn-ea"/>
                <a:cs typeface="+mn-cs"/>
              </a:defRPr>
            </a:lvl1pPr>
          </a:lstStyle>
          <a:p>
            <a:r>
              <a:rPr lang="en-GB" dirty="0"/>
              <a:t>Presentation</a:t>
            </a:r>
            <a:br>
              <a:rPr lang="en-GB" dirty="0"/>
            </a:br>
            <a:r>
              <a:rPr lang="en-GB" dirty="0"/>
              <a:t>Title (2 lines)</a:t>
            </a:r>
          </a:p>
        </p:txBody>
      </p:sp>
      <p:sp>
        <p:nvSpPr>
          <p:cNvPr id="18" name="Text Placeholder 3">
            <a:extLst>
              <a:ext uri="{FF2B5EF4-FFF2-40B4-BE49-F238E27FC236}">
                <a16:creationId xmlns:a16="http://schemas.microsoft.com/office/drawing/2014/main" id="{AF6FE26B-E8FF-4ACF-48A7-542E2FB4B861}"/>
              </a:ext>
            </a:extLst>
          </p:cNvPr>
          <p:cNvSpPr>
            <a:spLocks noGrp="1"/>
          </p:cNvSpPr>
          <p:nvPr>
            <p:ph type="body" sz="quarter" idx="12" hasCustomPrompt="1"/>
          </p:nvPr>
        </p:nvSpPr>
        <p:spPr>
          <a:xfrm>
            <a:off x="556708" y="4079614"/>
            <a:ext cx="5213179" cy="787937"/>
          </a:xfrm>
          <a:prstGeom prst="rect">
            <a:avLst/>
          </a:prstGeom>
        </p:spPr>
        <p:txBody>
          <a:bodyPr lIns="0" tIns="0" rIns="0" bIns="0">
            <a:noAutofit/>
          </a:bodyPr>
          <a:lstStyle>
            <a:lvl1pPr marL="0" indent="0">
              <a:lnSpc>
                <a:spcPct val="100000"/>
              </a:lnSpc>
              <a:spcBef>
                <a:spcPts val="0"/>
              </a:spcBef>
              <a:spcAft>
                <a:spcPts val="800"/>
              </a:spcAft>
              <a:buFont typeface="Arial" panose="020B0604020202020204" pitchFamily="34" charset="0"/>
              <a:buNone/>
              <a:defRPr sz="2400">
                <a:solidFill>
                  <a:schemeClr val="accent1"/>
                </a:solidFill>
                <a:latin typeface="+mn-lt"/>
                <a:ea typeface="Nokia Pure Text Light" panose="020B0403020202020204" pitchFamily="34" charset="0"/>
              </a:defRPr>
            </a:lvl1pPr>
            <a:lvl2pPr marL="307192" indent="0">
              <a:lnSpc>
                <a:spcPct val="100000"/>
              </a:lnSpc>
              <a:spcBef>
                <a:spcPts val="0"/>
              </a:spcBef>
              <a:spcAft>
                <a:spcPts val="800"/>
              </a:spcAft>
              <a:buNone/>
              <a:defRPr sz="1867">
                <a:solidFill>
                  <a:schemeClr val="bg1"/>
                </a:solidFill>
                <a:latin typeface="+mn-lt"/>
                <a:ea typeface="Nokia Pure Text Light" panose="020B0403020202020204" pitchFamily="34" charset="0"/>
              </a:defRPr>
            </a:lvl2pPr>
            <a:lvl3pPr marL="616785" indent="0">
              <a:lnSpc>
                <a:spcPct val="100000"/>
              </a:lnSpc>
              <a:spcBef>
                <a:spcPts val="0"/>
              </a:spcBef>
              <a:spcAft>
                <a:spcPts val="800"/>
              </a:spcAft>
              <a:buNone/>
              <a:defRPr sz="1600">
                <a:solidFill>
                  <a:schemeClr val="bg1"/>
                </a:solidFill>
                <a:latin typeface="+mn-lt"/>
                <a:ea typeface="Nokia Pure Text Light" panose="020B0403020202020204" pitchFamily="34" charset="0"/>
              </a:defRPr>
            </a:lvl3pPr>
            <a:lvl4pPr marL="923977" indent="0">
              <a:lnSpc>
                <a:spcPct val="100000"/>
              </a:lnSpc>
              <a:spcBef>
                <a:spcPts val="0"/>
              </a:spcBef>
              <a:spcAft>
                <a:spcPts val="800"/>
              </a:spcAft>
              <a:buNone/>
              <a:defRPr sz="1333">
                <a:solidFill>
                  <a:schemeClr val="bg1"/>
                </a:solidFill>
                <a:latin typeface="+mn-lt"/>
                <a:ea typeface="Nokia Pure Text Light" panose="020B0403020202020204" pitchFamily="34" charset="0"/>
              </a:defRPr>
            </a:lvl4pPr>
            <a:lvl5pPr marL="1231169" indent="0">
              <a:lnSpc>
                <a:spcPct val="100000"/>
              </a:lnSpc>
              <a:spcBef>
                <a:spcPts val="0"/>
              </a:spcBef>
              <a:spcAft>
                <a:spcPts val="800"/>
              </a:spcAft>
              <a:buFont typeface="Arial" panose="020B0604020202020204" pitchFamily="34" charset="0"/>
              <a:buNone/>
              <a:defRPr sz="1200">
                <a:solidFill>
                  <a:schemeClr val="bg1"/>
                </a:solidFill>
                <a:latin typeface="+mn-lt"/>
                <a:ea typeface="Nokia Pure Text Light" panose="020B0403020202020204" pitchFamily="34" charset="0"/>
              </a:defRPr>
            </a:lvl5pPr>
            <a:lvl6pPr marL="1538362" indent="0">
              <a:spcBef>
                <a:spcPts val="0"/>
              </a:spcBef>
              <a:spcAft>
                <a:spcPts val="800"/>
              </a:spcAft>
              <a:buFont typeface="Nokia Pure Text" panose="020B0503020202020204" pitchFamily="34" charset="0"/>
              <a:buNone/>
              <a:defRPr sz="1067" baseline="0">
                <a:solidFill>
                  <a:schemeClr val="tx2"/>
                </a:solidFill>
                <a:latin typeface="Nokia Pure Text Light" panose="020B0403020202020204" pitchFamily="34" charset="0"/>
                <a:ea typeface="Nokia Pure Text Light" panose="020B0403020202020204" pitchFamily="34" charset="0"/>
              </a:defRPr>
            </a:lvl6pPr>
            <a:lvl7pPr marL="1845554" indent="0">
              <a:spcBef>
                <a:spcPts val="0"/>
              </a:spcBef>
              <a:spcAft>
                <a:spcPts val="800"/>
              </a:spcAft>
              <a:buNone/>
              <a:defRPr sz="933">
                <a:solidFill>
                  <a:schemeClr val="tx2"/>
                </a:solidFill>
                <a:latin typeface="Nokia Pure Text Light" panose="020B0403020202020204" pitchFamily="34" charset="0"/>
                <a:ea typeface="Nokia Pure Text Light" panose="020B0403020202020204" pitchFamily="34" charset="0"/>
              </a:defRPr>
            </a:lvl7pPr>
            <a:lvl8pPr marL="2152746" indent="0">
              <a:spcBef>
                <a:spcPts val="0"/>
              </a:spcBef>
              <a:spcAft>
                <a:spcPts val="800"/>
              </a:spcAft>
              <a:buNone/>
              <a:defRPr sz="800">
                <a:solidFill>
                  <a:schemeClr val="tx2"/>
                </a:solidFill>
                <a:latin typeface="Nokia Pure Text Light" panose="020B0403020202020204" pitchFamily="34" charset="0"/>
                <a:ea typeface="Nokia Pure Text Light" panose="020B0403020202020204" pitchFamily="34" charset="0"/>
              </a:defRPr>
            </a:lvl8pPr>
          </a:lstStyle>
          <a:p>
            <a:pPr lvl="0"/>
            <a:r>
              <a:rPr lang="en-US" dirty="0"/>
              <a:t>Subtitle/Author</a:t>
            </a:r>
          </a:p>
        </p:txBody>
      </p:sp>
      <p:pic>
        <p:nvPicPr>
          <p:cNvPr id="20" name="Picture 19" descr="Circle&#10;&#10;Description automatically generated with medium confidence">
            <a:extLst>
              <a:ext uri="{FF2B5EF4-FFF2-40B4-BE49-F238E27FC236}">
                <a16:creationId xmlns:a16="http://schemas.microsoft.com/office/drawing/2014/main" id="{87D5AF06-6AF8-9002-BEDC-176CB57496A1}"/>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25084"/>
          <a:stretch/>
        </p:blipFill>
        <p:spPr>
          <a:xfrm>
            <a:off x="6835701" y="-6395"/>
            <a:ext cx="5356300" cy="6858000"/>
          </a:xfrm>
          <a:prstGeom prst="rect">
            <a:avLst/>
          </a:prstGeom>
        </p:spPr>
      </p:pic>
      <p:sp>
        <p:nvSpPr>
          <p:cNvPr id="16" name="TextBox 15">
            <a:extLst>
              <a:ext uri="{FF2B5EF4-FFF2-40B4-BE49-F238E27FC236}">
                <a16:creationId xmlns:a16="http://schemas.microsoft.com/office/drawing/2014/main" id="{8D94EDB0-D38F-0FE8-27C1-80BAE2455A11}"/>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9" name="Slide Number Placeholder 5">
            <a:extLst>
              <a:ext uri="{FF2B5EF4-FFF2-40B4-BE49-F238E27FC236}">
                <a16:creationId xmlns:a16="http://schemas.microsoft.com/office/drawing/2014/main" id="{EFAF1A61-3518-0ABC-1BC0-5990D5EF88DE}"/>
              </a:ext>
            </a:extLst>
          </p:cNvPr>
          <p:cNvSpPr txBox="1">
            <a:spLocks/>
          </p:cNvSpPr>
          <p:nvPr userDrawn="1"/>
        </p:nvSpPr>
        <p:spPr>
          <a:xfrm>
            <a:off x="558803" y="6478009"/>
            <a:ext cx="166712"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1" name="Footer Placeholder 2">
            <a:extLst>
              <a:ext uri="{FF2B5EF4-FFF2-40B4-BE49-F238E27FC236}">
                <a16:creationId xmlns:a16="http://schemas.microsoft.com/office/drawing/2014/main" id="{496FB4B1-7F2F-CF04-74B8-D3A7467B0EDC}"/>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endParaRPr lang="en-US" dirty="0"/>
          </a:p>
        </p:txBody>
      </p:sp>
      <p:cxnSp>
        <p:nvCxnSpPr>
          <p:cNvPr id="3" name="Straight Connector 2">
            <a:extLst>
              <a:ext uri="{FF2B5EF4-FFF2-40B4-BE49-F238E27FC236}">
                <a16:creationId xmlns:a16="http://schemas.microsoft.com/office/drawing/2014/main" id="{FD7602F8-4BD9-B6B1-C7A6-FD4801224633}"/>
              </a:ext>
            </a:extLst>
          </p:cNvPr>
          <p:cNvCxnSpPr>
            <a:cxnSpLocks/>
          </p:cNvCxnSpPr>
          <p:nvPr userDrawn="1"/>
        </p:nvCxnSpPr>
        <p:spPr>
          <a:xfrm>
            <a:off x="1871480" y="6457200"/>
            <a:ext cx="0" cy="192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pic>
        <p:nvPicPr>
          <p:cNvPr id="4" name="Picture 3" descr="Logo, icon&#10;&#10;Description automatically generated">
            <a:extLst>
              <a:ext uri="{FF2B5EF4-FFF2-40B4-BE49-F238E27FC236}">
                <a16:creationId xmlns:a16="http://schemas.microsoft.com/office/drawing/2014/main" id="{EC77C1F8-BB9C-3828-A548-A2507A3DF0C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205173" y="3009205"/>
            <a:ext cx="1984139" cy="945600"/>
          </a:xfrm>
          <a:prstGeom prst="rect">
            <a:avLst/>
          </a:prstGeom>
        </p:spPr>
      </p:pic>
    </p:spTree>
    <p:extLst>
      <p:ext uri="{BB962C8B-B14F-4D97-AF65-F5344CB8AC3E}">
        <p14:creationId xmlns:p14="http://schemas.microsoft.com/office/powerpoint/2010/main" val="266800622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6.1 - Cover K Orange1">
    <p:spTree>
      <p:nvGrpSpPr>
        <p:cNvPr id="1" name=""/>
        <p:cNvGrpSpPr/>
        <p:nvPr/>
      </p:nvGrpSpPr>
      <p:grpSpPr>
        <a:xfrm>
          <a:off x="0" y="0"/>
          <a:ext cx="0" cy="0"/>
          <a:chOff x="0" y="0"/>
          <a:chExt cx="0" cy="0"/>
        </a:xfrm>
      </p:grpSpPr>
      <p:pic>
        <p:nvPicPr>
          <p:cNvPr id="16" name="Picture 15" descr="Background pattern&#10;&#10;Description automatically generated">
            <a:extLst>
              <a:ext uri="{FF2B5EF4-FFF2-40B4-BE49-F238E27FC236}">
                <a16:creationId xmlns:a16="http://schemas.microsoft.com/office/drawing/2014/main" id="{38FCEB48-BE41-308F-33AB-94163C02BF5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pic>
        <p:nvPicPr>
          <p:cNvPr id="10" name="Graphic 9">
            <a:extLst>
              <a:ext uri="{FF2B5EF4-FFF2-40B4-BE49-F238E27FC236}">
                <a16:creationId xmlns:a16="http://schemas.microsoft.com/office/drawing/2014/main" id="{193793F7-1073-3781-E44D-DD541B786672}"/>
              </a:ext>
            </a:extLst>
          </p:cNvPr>
          <p:cNvPicPr>
            <a:picLocks noChangeAspect="1"/>
          </p:cNvPicPr>
          <p:nvPr userDrawn="1"/>
        </p:nvPicPr>
        <p:blipFill rotWithShape="1">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r="18818"/>
          <a:stretch/>
        </p:blipFill>
        <p:spPr>
          <a:xfrm>
            <a:off x="6623541" y="0"/>
            <a:ext cx="5568459" cy="6859200"/>
          </a:xfrm>
          <a:prstGeom prst="rect">
            <a:avLst/>
          </a:prstGeom>
        </p:spPr>
      </p:pic>
      <p:sp>
        <p:nvSpPr>
          <p:cNvPr id="17" name="Title 4">
            <a:extLst>
              <a:ext uri="{FF2B5EF4-FFF2-40B4-BE49-F238E27FC236}">
                <a16:creationId xmlns:a16="http://schemas.microsoft.com/office/drawing/2014/main" id="{4A761E77-5CBD-451F-FA38-EA3EF19CE9E8}"/>
              </a:ext>
            </a:extLst>
          </p:cNvPr>
          <p:cNvSpPr>
            <a:spLocks noGrp="1"/>
          </p:cNvSpPr>
          <p:nvPr>
            <p:ph type="title" hasCustomPrompt="1"/>
          </p:nvPr>
        </p:nvSpPr>
        <p:spPr>
          <a:xfrm>
            <a:off x="556708" y="2179565"/>
            <a:ext cx="5213179" cy="1659287"/>
          </a:xfrm>
          <a:prstGeom prst="rect">
            <a:avLst/>
          </a:prstGeom>
        </p:spPr>
        <p:txBody>
          <a:bodyPr lIns="0" tIns="0" rIns="0" bIns="0">
            <a:noAutofit/>
          </a:bodyPr>
          <a:lstStyle>
            <a:lvl1pPr marL="0" indent="0" algn="l" defTabSz="1219170" rtl="0" eaLnBrk="1" latinLnBrk="0" hangingPunct="1">
              <a:lnSpc>
                <a:spcPct val="100000"/>
              </a:lnSpc>
              <a:spcBef>
                <a:spcPts val="0"/>
              </a:spcBef>
              <a:buFont typeface="Arial" panose="020B0604020202020204" pitchFamily="34" charset="0"/>
              <a:buNone/>
              <a:defRPr lang="en-GB" sz="4800" kern="1200" baseline="0" dirty="0" smtClean="0">
                <a:solidFill>
                  <a:schemeClr val="bg1"/>
                </a:solidFill>
                <a:latin typeface="+mj-lt"/>
                <a:ea typeface="+mn-ea"/>
                <a:cs typeface="+mn-cs"/>
              </a:defRPr>
            </a:lvl1pPr>
          </a:lstStyle>
          <a:p>
            <a:r>
              <a:rPr lang="en-GB" dirty="0"/>
              <a:t>Presentation</a:t>
            </a:r>
            <a:br>
              <a:rPr lang="en-GB" dirty="0"/>
            </a:br>
            <a:r>
              <a:rPr lang="en-GB" dirty="0"/>
              <a:t>Title (2 lines)</a:t>
            </a:r>
          </a:p>
        </p:txBody>
      </p:sp>
      <p:sp>
        <p:nvSpPr>
          <p:cNvPr id="18" name="Text Placeholder 3">
            <a:extLst>
              <a:ext uri="{FF2B5EF4-FFF2-40B4-BE49-F238E27FC236}">
                <a16:creationId xmlns:a16="http://schemas.microsoft.com/office/drawing/2014/main" id="{1349CF4D-C3F5-69B9-4227-EC331C16F094}"/>
              </a:ext>
            </a:extLst>
          </p:cNvPr>
          <p:cNvSpPr>
            <a:spLocks noGrp="1"/>
          </p:cNvSpPr>
          <p:nvPr>
            <p:ph type="body" sz="quarter" idx="12" hasCustomPrompt="1"/>
          </p:nvPr>
        </p:nvSpPr>
        <p:spPr>
          <a:xfrm>
            <a:off x="556708" y="4079614"/>
            <a:ext cx="5213179" cy="787937"/>
          </a:xfrm>
          <a:prstGeom prst="rect">
            <a:avLst/>
          </a:prstGeom>
        </p:spPr>
        <p:txBody>
          <a:bodyPr lIns="0" tIns="0" rIns="0" bIns="0">
            <a:noAutofit/>
          </a:bodyPr>
          <a:lstStyle>
            <a:lvl1pPr marL="0" indent="0">
              <a:lnSpc>
                <a:spcPct val="100000"/>
              </a:lnSpc>
              <a:spcBef>
                <a:spcPts val="0"/>
              </a:spcBef>
              <a:spcAft>
                <a:spcPts val="800"/>
              </a:spcAft>
              <a:buFont typeface="Arial" panose="020B0604020202020204" pitchFamily="34" charset="0"/>
              <a:buNone/>
              <a:defRPr sz="2400">
                <a:solidFill>
                  <a:schemeClr val="bg1"/>
                </a:solidFill>
                <a:latin typeface="+mn-lt"/>
                <a:ea typeface="Nokia Pure Text Light" panose="020B0403020202020204" pitchFamily="34" charset="0"/>
              </a:defRPr>
            </a:lvl1pPr>
            <a:lvl2pPr marL="307192" indent="0">
              <a:lnSpc>
                <a:spcPct val="100000"/>
              </a:lnSpc>
              <a:spcBef>
                <a:spcPts val="0"/>
              </a:spcBef>
              <a:spcAft>
                <a:spcPts val="800"/>
              </a:spcAft>
              <a:buNone/>
              <a:defRPr sz="1867">
                <a:solidFill>
                  <a:schemeClr val="bg1"/>
                </a:solidFill>
                <a:latin typeface="+mn-lt"/>
                <a:ea typeface="Nokia Pure Text Light" panose="020B0403020202020204" pitchFamily="34" charset="0"/>
              </a:defRPr>
            </a:lvl2pPr>
            <a:lvl3pPr marL="616785" indent="0">
              <a:lnSpc>
                <a:spcPct val="100000"/>
              </a:lnSpc>
              <a:spcBef>
                <a:spcPts val="0"/>
              </a:spcBef>
              <a:spcAft>
                <a:spcPts val="800"/>
              </a:spcAft>
              <a:buNone/>
              <a:defRPr sz="1600">
                <a:solidFill>
                  <a:schemeClr val="bg1"/>
                </a:solidFill>
                <a:latin typeface="+mn-lt"/>
                <a:ea typeface="Nokia Pure Text Light" panose="020B0403020202020204" pitchFamily="34" charset="0"/>
              </a:defRPr>
            </a:lvl3pPr>
            <a:lvl4pPr marL="923977" indent="0">
              <a:lnSpc>
                <a:spcPct val="100000"/>
              </a:lnSpc>
              <a:spcBef>
                <a:spcPts val="0"/>
              </a:spcBef>
              <a:spcAft>
                <a:spcPts val="800"/>
              </a:spcAft>
              <a:buNone/>
              <a:defRPr sz="1333">
                <a:solidFill>
                  <a:schemeClr val="bg1"/>
                </a:solidFill>
                <a:latin typeface="+mn-lt"/>
                <a:ea typeface="Nokia Pure Text Light" panose="020B0403020202020204" pitchFamily="34" charset="0"/>
              </a:defRPr>
            </a:lvl4pPr>
            <a:lvl5pPr marL="1231169" indent="0">
              <a:lnSpc>
                <a:spcPct val="100000"/>
              </a:lnSpc>
              <a:spcBef>
                <a:spcPts val="0"/>
              </a:spcBef>
              <a:spcAft>
                <a:spcPts val="800"/>
              </a:spcAft>
              <a:buFont typeface="Arial" panose="020B0604020202020204" pitchFamily="34" charset="0"/>
              <a:buNone/>
              <a:defRPr sz="1200">
                <a:solidFill>
                  <a:schemeClr val="bg1"/>
                </a:solidFill>
                <a:latin typeface="+mn-lt"/>
                <a:ea typeface="Nokia Pure Text Light" panose="020B0403020202020204" pitchFamily="34" charset="0"/>
              </a:defRPr>
            </a:lvl5pPr>
            <a:lvl6pPr marL="1538362" indent="0">
              <a:spcBef>
                <a:spcPts val="0"/>
              </a:spcBef>
              <a:spcAft>
                <a:spcPts val="800"/>
              </a:spcAft>
              <a:buFont typeface="Nokia Pure Text" panose="020B0503020202020204" pitchFamily="34" charset="0"/>
              <a:buNone/>
              <a:defRPr sz="1067" baseline="0">
                <a:solidFill>
                  <a:schemeClr val="tx2"/>
                </a:solidFill>
                <a:latin typeface="Nokia Pure Text Light" panose="020B0403020202020204" pitchFamily="34" charset="0"/>
                <a:ea typeface="Nokia Pure Text Light" panose="020B0403020202020204" pitchFamily="34" charset="0"/>
              </a:defRPr>
            </a:lvl6pPr>
            <a:lvl7pPr marL="1845554" indent="0">
              <a:spcBef>
                <a:spcPts val="0"/>
              </a:spcBef>
              <a:spcAft>
                <a:spcPts val="800"/>
              </a:spcAft>
              <a:buNone/>
              <a:defRPr sz="933">
                <a:solidFill>
                  <a:schemeClr val="tx2"/>
                </a:solidFill>
                <a:latin typeface="Nokia Pure Text Light" panose="020B0403020202020204" pitchFamily="34" charset="0"/>
                <a:ea typeface="Nokia Pure Text Light" panose="020B0403020202020204" pitchFamily="34" charset="0"/>
              </a:defRPr>
            </a:lvl7pPr>
            <a:lvl8pPr marL="2152746" indent="0">
              <a:spcBef>
                <a:spcPts val="0"/>
              </a:spcBef>
              <a:spcAft>
                <a:spcPts val="800"/>
              </a:spcAft>
              <a:buNone/>
              <a:defRPr sz="800">
                <a:solidFill>
                  <a:schemeClr val="tx2"/>
                </a:solidFill>
                <a:latin typeface="Nokia Pure Text Light" panose="020B0403020202020204" pitchFamily="34" charset="0"/>
                <a:ea typeface="Nokia Pure Text Light" panose="020B0403020202020204" pitchFamily="34" charset="0"/>
              </a:defRPr>
            </a:lvl8pPr>
          </a:lstStyle>
          <a:p>
            <a:pPr lvl="0"/>
            <a:r>
              <a:rPr lang="en-US" dirty="0"/>
              <a:t>Subtitle/Author</a:t>
            </a:r>
          </a:p>
        </p:txBody>
      </p:sp>
      <p:sp>
        <p:nvSpPr>
          <p:cNvPr id="20" name="TextBox 19">
            <a:extLst>
              <a:ext uri="{FF2B5EF4-FFF2-40B4-BE49-F238E27FC236}">
                <a16:creationId xmlns:a16="http://schemas.microsoft.com/office/drawing/2014/main" id="{801FC38E-29E5-B44A-FE96-F713B08050E2}"/>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21" name="Slide Number Placeholder 5">
            <a:extLst>
              <a:ext uri="{FF2B5EF4-FFF2-40B4-BE49-F238E27FC236}">
                <a16:creationId xmlns:a16="http://schemas.microsoft.com/office/drawing/2014/main" id="{7AAAD9DC-C952-84F6-32BA-CE8084E916D9}"/>
              </a:ext>
            </a:extLst>
          </p:cNvPr>
          <p:cNvSpPr txBox="1">
            <a:spLocks/>
          </p:cNvSpPr>
          <p:nvPr userDrawn="1"/>
        </p:nvSpPr>
        <p:spPr>
          <a:xfrm>
            <a:off x="558803" y="6478009"/>
            <a:ext cx="166712"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2" name="Footer Placeholder 2">
            <a:extLst>
              <a:ext uri="{FF2B5EF4-FFF2-40B4-BE49-F238E27FC236}">
                <a16:creationId xmlns:a16="http://schemas.microsoft.com/office/drawing/2014/main" id="{B603A7C0-7450-F57A-CF86-135B131E63C3}"/>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endParaRPr lang="en-US" dirty="0"/>
          </a:p>
        </p:txBody>
      </p:sp>
      <p:cxnSp>
        <p:nvCxnSpPr>
          <p:cNvPr id="3" name="Straight Connector 2">
            <a:extLst>
              <a:ext uri="{FF2B5EF4-FFF2-40B4-BE49-F238E27FC236}">
                <a16:creationId xmlns:a16="http://schemas.microsoft.com/office/drawing/2014/main" id="{4D81CA0E-B5D2-6BEA-A531-1C416A10C98E}"/>
              </a:ext>
            </a:extLst>
          </p:cNvPr>
          <p:cNvCxnSpPr>
            <a:cxnSpLocks/>
          </p:cNvCxnSpPr>
          <p:nvPr userDrawn="1"/>
        </p:nvCxnSpPr>
        <p:spPr>
          <a:xfrm>
            <a:off x="1871480" y="6457200"/>
            <a:ext cx="0" cy="192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5" name="Picture 4" descr="Icon&#10;&#10;Description automatically generated">
            <a:extLst>
              <a:ext uri="{FF2B5EF4-FFF2-40B4-BE49-F238E27FC236}">
                <a16:creationId xmlns:a16="http://schemas.microsoft.com/office/drawing/2014/main" id="{75DEA05F-B223-816A-CC61-2EF92B5073E5}"/>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9205175" y="3009207"/>
            <a:ext cx="1984139" cy="945600"/>
          </a:xfrm>
          <a:prstGeom prst="rect">
            <a:avLst/>
          </a:prstGeom>
        </p:spPr>
      </p:pic>
    </p:spTree>
    <p:extLst>
      <p:ext uri="{BB962C8B-B14F-4D97-AF65-F5344CB8AC3E}">
        <p14:creationId xmlns:p14="http://schemas.microsoft.com/office/powerpoint/2010/main" val="331487072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6.2 - Cover K BlueGreen4">
    <p:spTree>
      <p:nvGrpSpPr>
        <p:cNvPr id="1" name=""/>
        <p:cNvGrpSpPr/>
        <p:nvPr/>
      </p:nvGrpSpPr>
      <p:grpSpPr>
        <a:xfrm>
          <a:off x="0" y="0"/>
          <a:ext cx="0" cy="0"/>
          <a:chOff x="0" y="0"/>
          <a:chExt cx="0" cy="0"/>
        </a:xfrm>
      </p:grpSpPr>
      <p:pic>
        <p:nvPicPr>
          <p:cNvPr id="26" name="Picture 25" descr="Background pattern&#10;&#10;Description automatically generated">
            <a:extLst>
              <a:ext uri="{FF2B5EF4-FFF2-40B4-BE49-F238E27FC236}">
                <a16:creationId xmlns:a16="http://schemas.microsoft.com/office/drawing/2014/main" id="{8FF1A58D-53A4-65F6-8F2B-645D65C5331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4" name="Graphic 3">
            <a:extLst>
              <a:ext uri="{FF2B5EF4-FFF2-40B4-BE49-F238E27FC236}">
                <a16:creationId xmlns:a16="http://schemas.microsoft.com/office/drawing/2014/main" id="{5166BBE5-C86E-3E87-A7C5-F29BE64D716D}"/>
              </a:ext>
            </a:extLst>
          </p:cNvPr>
          <p:cNvPicPr>
            <a:picLocks noChangeAspect="1"/>
          </p:cNvPicPr>
          <p:nvPr userDrawn="1"/>
        </p:nvPicPr>
        <p:blipFill rotWithShape="1">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r="18818"/>
          <a:stretch/>
        </p:blipFill>
        <p:spPr>
          <a:xfrm>
            <a:off x="6623541" y="0"/>
            <a:ext cx="5568459" cy="6859200"/>
          </a:xfrm>
          <a:prstGeom prst="rect">
            <a:avLst/>
          </a:prstGeom>
        </p:spPr>
      </p:pic>
      <p:sp>
        <p:nvSpPr>
          <p:cNvPr id="23" name="Title 4">
            <a:extLst>
              <a:ext uri="{FF2B5EF4-FFF2-40B4-BE49-F238E27FC236}">
                <a16:creationId xmlns:a16="http://schemas.microsoft.com/office/drawing/2014/main" id="{5C4391E8-E519-220E-82C7-E7E85659A4E4}"/>
              </a:ext>
            </a:extLst>
          </p:cNvPr>
          <p:cNvSpPr>
            <a:spLocks noGrp="1"/>
          </p:cNvSpPr>
          <p:nvPr>
            <p:ph type="title" hasCustomPrompt="1"/>
          </p:nvPr>
        </p:nvSpPr>
        <p:spPr>
          <a:xfrm>
            <a:off x="556708" y="2179565"/>
            <a:ext cx="5213179" cy="1659287"/>
          </a:xfrm>
          <a:prstGeom prst="rect">
            <a:avLst/>
          </a:prstGeom>
        </p:spPr>
        <p:txBody>
          <a:bodyPr lIns="0" tIns="0" rIns="0" bIns="0">
            <a:noAutofit/>
          </a:bodyPr>
          <a:lstStyle>
            <a:lvl1pPr marL="0" indent="0" algn="l" defTabSz="1219170" rtl="0" eaLnBrk="1" latinLnBrk="0" hangingPunct="1">
              <a:lnSpc>
                <a:spcPct val="100000"/>
              </a:lnSpc>
              <a:spcBef>
                <a:spcPts val="0"/>
              </a:spcBef>
              <a:buFont typeface="Arial" panose="020B0604020202020204" pitchFamily="34" charset="0"/>
              <a:buNone/>
              <a:defRPr lang="en-GB" sz="4800" kern="1200" baseline="0" dirty="0" smtClean="0">
                <a:solidFill>
                  <a:schemeClr val="bg1"/>
                </a:solidFill>
                <a:latin typeface="+mj-lt"/>
                <a:ea typeface="+mn-ea"/>
                <a:cs typeface="+mn-cs"/>
              </a:defRPr>
            </a:lvl1pPr>
          </a:lstStyle>
          <a:p>
            <a:r>
              <a:rPr lang="en-GB" dirty="0"/>
              <a:t>Presentation</a:t>
            </a:r>
            <a:br>
              <a:rPr lang="en-GB" dirty="0"/>
            </a:br>
            <a:r>
              <a:rPr lang="en-GB" dirty="0"/>
              <a:t>Title (2 lines)</a:t>
            </a:r>
          </a:p>
        </p:txBody>
      </p:sp>
      <p:sp>
        <p:nvSpPr>
          <p:cNvPr id="24" name="Text Placeholder 3">
            <a:extLst>
              <a:ext uri="{FF2B5EF4-FFF2-40B4-BE49-F238E27FC236}">
                <a16:creationId xmlns:a16="http://schemas.microsoft.com/office/drawing/2014/main" id="{F3E219A7-8ADF-6CBF-872C-AEF07B645E6D}"/>
              </a:ext>
            </a:extLst>
          </p:cNvPr>
          <p:cNvSpPr>
            <a:spLocks noGrp="1"/>
          </p:cNvSpPr>
          <p:nvPr>
            <p:ph type="body" sz="quarter" idx="12" hasCustomPrompt="1"/>
          </p:nvPr>
        </p:nvSpPr>
        <p:spPr>
          <a:xfrm>
            <a:off x="556708" y="4079614"/>
            <a:ext cx="5213179" cy="787937"/>
          </a:xfrm>
          <a:prstGeom prst="rect">
            <a:avLst/>
          </a:prstGeom>
        </p:spPr>
        <p:txBody>
          <a:bodyPr lIns="0" tIns="0" rIns="0" bIns="0">
            <a:noAutofit/>
          </a:bodyPr>
          <a:lstStyle>
            <a:lvl1pPr marL="0" indent="0">
              <a:lnSpc>
                <a:spcPct val="100000"/>
              </a:lnSpc>
              <a:spcBef>
                <a:spcPts val="0"/>
              </a:spcBef>
              <a:spcAft>
                <a:spcPts val="800"/>
              </a:spcAft>
              <a:buFont typeface="Arial" panose="020B0604020202020204" pitchFamily="34" charset="0"/>
              <a:buNone/>
              <a:defRPr sz="2400">
                <a:solidFill>
                  <a:schemeClr val="bg1"/>
                </a:solidFill>
                <a:latin typeface="+mn-lt"/>
                <a:ea typeface="Nokia Pure Text Light" panose="020B0403020202020204" pitchFamily="34" charset="0"/>
              </a:defRPr>
            </a:lvl1pPr>
            <a:lvl2pPr marL="307192" indent="0">
              <a:lnSpc>
                <a:spcPct val="100000"/>
              </a:lnSpc>
              <a:spcBef>
                <a:spcPts val="0"/>
              </a:spcBef>
              <a:spcAft>
                <a:spcPts val="800"/>
              </a:spcAft>
              <a:buNone/>
              <a:defRPr sz="1867">
                <a:solidFill>
                  <a:schemeClr val="bg1"/>
                </a:solidFill>
                <a:latin typeface="+mn-lt"/>
                <a:ea typeface="Nokia Pure Text Light" panose="020B0403020202020204" pitchFamily="34" charset="0"/>
              </a:defRPr>
            </a:lvl2pPr>
            <a:lvl3pPr marL="616785" indent="0">
              <a:lnSpc>
                <a:spcPct val="100000"/>
              </a:lnSpc>
              <a:spcBef>
                <a:spcPts val="0"/>
              </a:spcBef>
              <a:spcAft>
                <a:spcPts val="800"/>
              </a:spcAft>
              <a:buNone/>
              <a:defRPr sz="1600">
                <a:solidFill>
                  <a:schemeClr val="bg1"/>
                </a:solidFill>
                <a:latin typeface="+mn-lt"/>
                <a:ea typeface="Nokia Pure Text Light" panose="020B0403020202020204" pitchFamily="34" charset="0"/>
              </a:defRPr>
            </a:lvl3pPr>
            <a:lvl4pPr marL="923977" indent="0">
              <a:lnSpc>
                <a:spcPct val="100000"/>
              </a:lnSpc>
              <a:spcBef>
                <a:spcPts val="0"/>
              </a:spcBef>
              <a:spcAft>
                <a:spcPts val="800"/>
              </a:spcAft>
              <a:buNone/>
              <a:defRPr sz="1333">
                <a:solidFill>
                  <a:schemeClr val="bg1"/>
                </a:solidFill>
                <a:latin typeface="+mn-lt"/>
                <a:ea typeface="Nokia Pure Text Light" panose="020B0403020202020204" pitchFamily="34" charset="0"/>
              </a:defRPr>
            </a:lvl4pPr>
            <a:lvl5pPr marL="1231169" indent="0">
              <a:lnSpc>
                <a:spcPct val="100000"/>
              </a:lnSpc>
              <a:spcBef>
                <a:spcPts val="0"/>
              </a:spcBef>
              <a:spcAft>
                <a:spcPts val="800"/>
              </a:spcAft>
              <a:buFont typeface="Arial" panose="020B0604020202020204" pitchFamily="34" charset="0"/>
              <a:buNone/>
              <a:defRPr sz="1200">
                <a:solidFill>
                  <a:schemeClr val="bg1"/>
                </a:solidFill>
                <a:latin typeface="+mn-lt"/>
                <a:ea typeface="Nokia Pure Text Light" panose="020B0403020202020204" pitchFamily="34" charset="0"/>
              </a:defRPr>
            </a:lvl5pPr>
            <a:lvl6pPr marL="1538362" indent="0">
              <a:spcBef>
                <a:spcPts val="0"/>
              </a:spcBef>
              <a:spcAft>
                <a:spcPts val="800"/>
              </a:spcAft>
              <a:buFont typeface="Nokia Pure Text" panose="020B0503020202020204" pitchFamily="34" charset="0"/>
              <a:buNone/>
              <a:defRPr sz="1067" baseline="0">
                <a:solidFill>
                  <a:schemeClr val="tx2"/>
                </a:solidFill>
                <a:latin typeface="Nokia Pure Text Light" panose="020B0403020202020204" pitchFamily="34" charset="0"/>
                <a:ea typeface="Nokia Pure Text Light" panose="020B0403020202020204" pitchFamily="34" charset="0"/>
              </a:defRPr>
            </a:lvl6pPr>
            <a:lvl7pPr marL="1845554" indent="0">
              <a:spcBef>
                <a:spcPts val="0"/>
              </a:spcBef>
              <a:spcAft>
                <a:spcPts val="800"/>
              </a:spcAft>
              <a:buNone/>
              <a:defRPr sz="933">
                <a:solidFill>
                  <a:schemeClr val="tx2"/>
                </a:solidFill>
                <a:latin typeface="Nokia Pure Text Light" panose="020B0403020202020204" pitchFamily="34" charset="0"/>
                <a:ea typeface="Nokia Pure Text Light" panose="020B0403020202020204" pitchFamily="34" charset="0"/>
              </a:defRPr>
            </a:lvl7pPr>
            <a:lvl8pPr marL="2152746" indent="0">
              <a:spcBef>
                <a:spcPts val="0"/>
              </a:spcBef>
              <a:spcAft>
                <a:spcPts val="800"/>
              </a:spcAft>
              <a:buNone/>
              <a:defRPr sz="800">
                <a:solidFill>
                  <a:schemeClr val="tx2"/>
                </a:solidFill>
                <a:latin typeface="Nokia Pure Text Light" panose="020B0403020202020204" pitchFamily="34" charset="0"/>
                <a:ea typeface="Nokia Pure Text Light" panose="020B0403020202020204" pitchFamily="34" charset="0"/>
              </a:defRPr>
            </a:lvl8pPr>
          </a:lstStyle>
          <a:p>
            <a:pPr lvl="0"/>
            <a:r>
              <a:rPr lang="en-US" dirty="0"/>
              <a:t>Subtitle/Author</a:t>
            </a:r>
          </a:p>
        </p:txBody>
      </p:sp>
      <p:sp>
        <p:nvSpPr>
          <p:cNvPr id="17" name="TextBox 16">
            <a:extLst>
              <a:ext uri="{FF2B5EF4-FFF2-40B4-BE49-F238E27FC236}">
                <a16:creationId xmlns:a16="http://schemas.microsoft.com/office/drawing/2014/main" id="{D9CCAE72-315B-6DC4-6ED3-6C32104BB037}"/>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8" name="Slide Number Placeholder 5">
            <a:extLst>
              <a:ext uri="{FF2B5EF4-FFF2-40B4-BE49-F238E27FC236}">
                <a16:creationId xmlns:a16="http://schemas.microsoft.com/office/drawing/2014/main" id="{9F6B1C01-19BD-7D67-4E40-88818E2139B8}"/>
              </a:ext>
            </a:extLst>
          </p:cNvPr>
          <p:cNvSpPr txBox="1">
            <a:spLocks/>
          </p:cNvSpPr>
          <p:nvPr userDrawn="1"/>
        </p:nvSpPr>
        <p:spPr>
          <a:xfrm>
            <a:off x="558803" y="6478009"/>
            <a:ext cx="166712"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9" name="Footer Placeholder 2">
            <a:extLst>
              <a:ext uri="{FF2B5EF4-FFF2-40B4-BE49-F238E27FC236}">
                <a16:creationId xmlns:a16="http://schemas.microsoft.com/office/drawing/2014/main" id="{7C973916-701B-92E4-FA4C-28A5746F5C00}"/>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endParaRPr lang="en-US" dirty="0"/>
          </a:p>
        </p:txBody>
      </p:sp>
      <p:cxnSp>
        <p:nvCxnSpPr>
          <p:cNvPr id="3" name="Straight Connector 2">
            <a:extLst>
              <a:ext uri="{FF2B5EF4-FFF2-40B4-BE49-F238E27FC236}">
                <a16:creationId xmlns:a16="http://schemas.microsoft.com/office/drawing/2014/main" id="{C9EC7BAF-A22F-6738-77B4-F51F884ED111}"/>
              </a:ext>
            </a:extLst>
          </p:cNvPr>
          <p:cNvCxnSpPr>
            <a:cxnSpLocks/>
          </p:cNvCxnSpPr>
          <p:nvPr userDrawn="1"/>
        </p:nvCxnSpPr>
        <p:spPr>
          <a:xfrm>
            <a:off x="1871480" y="6457200"/>
            <a:ext cx="0" cy="192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6" name="Picture 5" descr="Icon&#10;&#10;Description automatically generated">
            <a:extLst>
              <a:ext uri="{FF2B5EF4-FFF2-40B4-BE49-F238E27FC236}">
                <a16:creationId xmlns:a16="http://schemas.microsoft.com/office/drawing/2014/main" id="{09B52E8E-3458-89EB-4F51-F878723BC943}"/>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9205175" y="3009207"/>
            <a:ext cx="1984139" cy="945600"/>
          </a:xfrm>
          <a:prstGeom prst="rect">
            <a:avLst/>
          </a:prstGeom>
        </p:spPr>
      </p:pic>
    </p:spTree>
    <p:extLst>
      <p:ext uri="{BB962C8B-B14F-4D97-AF65-F5344CB8AC3E}">
        <p14:creationId xmlns:p14="http://schemas.microsoft.com/office/powerpoint/2010/main" val="142725981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6.3 - Cover K Pink1">
    <p:spTree>
      <p:nvGrpSpPr>
        <p:cNvPr id="1" name=""/>
        <p:cNvGrpSpPr/>
        <p:nvPr/>
      </p:nvGrpSpPr>
      <p:grpSpPr>
        <a:xfrm>
          <a:off x="0" y="0"/>
          <a:ext cx="0" cy="0"/>
          <a:chOff x="0" y="0"/>
          <a:chExt cx="0" cy="0"/>
        </a:xfrm>
      </p:grpSpPr>
      <p:pic>
        <p:nvPicPr>
          <p:cNvPr id="4" name="Picture 3" descr="Background pattern&#10;&#10;Description automatically generated">
            <a:extLst>
              <a:ext uri="{FF2B5EF4-FFF2-40B4-BE49-F238E27FC236}">
                <a16:creationId xmlns:a16="http://schemas.microsoft.com/office/drawing/2014/main" id="{DBC0B63B-5EB2-C517-FFAF-0A5B2B5AB93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pic>
        <p:nvPicPr>
          <p:cNvPr id="2" name="Graphic 1">
            <a:extLst>
              <a:ext uri="{FF2B5EF4-FFF2-40B4-BE49-F238E27FC236}">
                <a16:creationId xmlns:a16="http://schemas.microsoft.com/office/drawing/2014/main" id="{D2D54FC7-5739-CC9E-8372-80A8BD5BD489}"/>
              </a:ext>
            </a:extLst>
          </p:cNvPr>
          <p:cNvPicPr>
            <a:picLocks noChangeAspect="1"/>
          </p:cNvPicPr>
          <p:nvPr userDrawn="1"/>
        </p:nvPicPr>
        <p:blipFill rotWithShape="1">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r="18818"/>
          <a:stretch/>
        </p:blipFill>
        <p:spPr>
          <a:xfrm>
            <a:off x="6623541" y="0"/>
            <a:ext cx="5568459" cy="6859200"/>
          </a:xfrm>
          <a:prstGeom prst="rect">
            <a:avLst/>
          </a:prstGeom>
        </p:spPr>
      </p:pic>
      <p:sp>
        <p:nvSpPr>
          <p:cNvPr id="23" name="Title 4">
            <a:extLst>
              <a:ext uri="{FF2B5EF4-FFF2-40B4-BE49-F238E27FC236}">
                <a16:creationId xmlns:a16="http://schemas.microsoft.com/office/drawing/2014/main" id="{FADBBE10-EF5A-37AA-E18F-F9B27AA61FED}"/>
              </a:ext>
            </a:extLst>
          </p:cNvPr>
          <p:cNvSpPr>
            <a:spLocks noGrp="1"/>
          </p:cNvSpPr>
          <p:nvPr>
            <p:ph type="title" hasCustomPrompt="1"/>
          </p:nvPr>
        </p:nvSpPr>
        <p:spPr>
          <a:xfrm>
            <a:off x="556708" y="2179565"/>
            <a:ext cx="5213179" cy="1659287"/>
          </a:xfrm>
          <a:prstGeom prst="rect">
            <a:avLst/>
          </a:prstGeom>
        </p:spPr>
        <p:txBody>
          <a:bodyPr lIns="0" tIns="0" rIns="0" bIns="0">
            <a:noAutofit/>
          </a:bodyPr>
          <a:lstStyle>
            <a:lvl1pPr marL="0" indent="0" algn="l" defTabSz="1219170" rtl="0" eaLnBrk="1" latinLnBrk="0" hangingPunct="1">
              <a:lnSpc>
                <a:spcPct val="100000"/>
              </a:lnSpc>
              <a:spcBef>
                <a:spcPts val="0"/>
              </a:spcBef>
              <a:buFont typeface="Arial" panose="020B0604020202020204" pitchFamily="34" charset="0"/>
              <a:buNone/>
              <a:defRPr lang="en-GB" sz="4800" kern="1200" baseline="0" dirty="0" smtClean="0">
                <a:solidFill>
                  <a:schemeClr val="bg1"/>
                </a:solidFill>
                <a:latin typeface="+mj-lt"/>
                <a:ea typeface="+mn-ea"/>
                <a:cs typeface="+mn-cs"/>
              </a:defRPr>
            </a:lvl1pPr>
          </a:lstStyle>
          <a:p>
            <a:r>
              <a:rPr lang="en-GB" dirty="0"/>
              <a:t>Presentation</a:t>
            </a:r>
            <a:br>
              <a:rPr lang="en-GB" dirty="0"/>
            </a:br>
            <a:r>
              <a:rPr lang="en-GB" dirty="0"/>
              <a:t>Title (2 lines)</a:t>
            </a:r>
          </a:p>
        </p:txBody>
      </p:sp>
      <p:sp>
        <p:nvSpPr>
          <p:cNvPr id="24" name="Text Placeholder 3">
            <a:extLst>
              <a:ext uri="{FF2B5EF4-FFF2-40B4-BE49-F238E27FC236}">
                <a16:creationId xmlns:a16="http://schemas.microsoft.com/office/drawing/2014/main" id="{0DF69E35-608B-F57E-3615-F9FB9D11DD83}"/>
              </a:ext>
            </a:extLst>
          </p:cNvPr>
          <p:cNvSpPr>
            <a:spLocks noGrp="1"/>
          </p:cNvSpPr>
          <p:nvPr>
            <p:ph type="body" sz="quarter" idx="12" hasCustomPrompt="1"/>
          </p:nvPr>
        </p:nvSpPr>
        <p:spPr>
          <a:xfrm>
            <a:off x="556708" y="4079614"/>
            <a:ext cx="5213179" cy="787937"/>
          </a:xfrm>
          <a:prstGeom prst="rect">
            <a:avLst/>
          </a:prstGeom>
        </p:spPr>
        <p:txBody>
          <a:bodyPr lIns="0" tIns="0" rIns="0" bIns="0">
            <a:noAutofit/>
          </a:bodyPr>
          <a:lstStyle>
            <a:lvl1pPr marL="0" indent="0">
              <a:lnSpc>
                <a:spcPct val="100000"/>
              </a:lnSpc>
              <a:spcBef>
                <a:spcPts val="0"/>
              </a:spcBef>
              <a:spcAft>
                <a:spcPts val="800"/>
              </a:spcAft>
              <a:buFont typeface="Arial" panose="020B0604020202020204" pitchFamily="34" charset="0"/>
              <a:buNone/>
              <a:defRPr sz="2400">
                <a:solidFill>
                  <a:schemeClr val="bg1"/>
                </a:solidFill>
                <a:latin typeface="+mn-lt"/>
                <a:ea typeface="Nokia Pure Text Light" panose="020B0403020202020204" pitchFamily="34" charset="0"/>
              </a:defRPr>
            </a:lvl1pPr>
            <a:lvl2pPr marL="307192" indent="0">
              <a:lnSpc>
                <a:spcPct val="100000"/>
              </a:lnSpc>
              <a:spcBef>
                <a:spcPts val="0"/>
              </a:spcBef>
              <a:spcAft>
                <a:spcPts val="800"/>
              </a:spcAft>
              <a:buNone/>
              <a:defRPr sz="1867">
                <a:solidFill>
                  <a:schemeClr val="bg1"/>
                </a:solidFill>
                <a:latin typeface="+mn-lt"/>
                <a:ea typeface="Nokia Pure Text Light" panose="020B0403020202020204" pitchFamily="34" charset="0"/>
              </a:defRPr>
            </a:lvl2pPr>
            <a:lvl3pPr marL="616785" indent="0">
              <a:lnSpc>
                <a:spcPct val="100000"/>
              </a:lnSpc>
              <a:spcBef>
                <a:spcPts val="0"/>
              </a:spcBef>
              <a:spcAft>
                <a:spcPts val="800"/>
              </a:spcAft>
              <a:buNone/>
              <a:defRPr sz="1600">
                <a:solidFill>
                  <a:schemeClr val="bg1"/>
                </a:solidFill>
                <a:latin typeface="+mn-lt"/>
                <a:ea typeface="Nokia Pure Text Light" panose="020B0403020202020204" pitchFamily="34" charset="0"/>
              </a:defRPr>
            </a:lvl3pPr>
            <a:lvl4pPr marL="923977" indent="0">
              <a:lnSpc>
                <a:spcPct val="100000"/>
              </a:lnSpc>
              <a:spcBef>
                <a:spcPts val="0"/>
              </a:spcBef>
              <a:spcAft>
                <a:spcPts val="800"/>
              </a:spcAft>
              <a:buNone/>
              <a:defRPr sz="1333">
                <a:solidFill>
                  <a:schemeClr val="bg1"/>
                </a:solidFill>
                <a:latin typeface="+mn-lt"/>
                <a:ea typeface="Nokia Pure Text Light" panose="020B0403020202020204" pitchFamily="34" charset="0"/>
              </a:defRPr>
            </a:lvl4pPr>
            <a:lvl5pPr marL="1231169" indent="0">
              <a:lnSpc>
                <a:spcPct val="100000"/>
              </a:lnSpc>
              <a:spcBef>
                <a:spcPts val="0"/>
              </a:spcBef>
              <a:spcAft>
                <a:spcPts val="800"/>
              </a:spcAft>
              <a:buFont typeface="Arial" panose="020B0604020202020204" pitchFamily="34" charset="0"/>
              <a:buNone/>
              <a:defRPr sz="1200">
                <a:solidFill>
                  <a:schemeClr val="bg1"/>
                </a:solidFill>
                <a:latin typeface="+mn-lt"/>
                <a:ea typeface="Nokia Pure Text Light" panose="020B0403020202020204" pitchFamily="34" charset="0"/>
              </a:defRPr>
            </a:lvl5pPr>
            <a:lvl6pPr marL="1538362" indent="0">
              <a:spcBef>
                <a:spcPts val="0"/>
              </a:spcBef>
              <a:spcAft>
                <a:spcPts val="800"/>
              </a:spcAft>
              <a:buFont typeface="Nokia Pure Text" panose="020B0503020202020204" pitchFamily="34" charset="0"/>
              <a:buNone/>
              <a:defRPr sz="1067" baseline="0">
                <a:solidFill>
                  <a:schemeClr val="tx2"/>
                </a:solidFill>
                <a:latin typeface="Nokia Pure Text Light" panose="020B0403020202020204" pitchFamily="34" charset="0"/>
                <a:ea typeface="Nokia Pure Text Light" panose="020B0403020202020204" pitchFamily="34" charset="0"/>
              </a:defRPr>
            </a:lvl6pPr>
            <a:lvl7pPr marL="1845554" indent="0">
              <a:spcBef>
                <a:spcPts val="0"/>
              </a:spcBef>
              <a:spcAft>
                <a:spcPts val="800"/>
              </a:spcAft>
              <a:buNone/>
              <a:defRPr sz="933">
                <a:solidFill>
                  <a:schemeClr val="tx2"/>
                </a:solidFill>
                <a:latin typeface="Nokia Pure Text Light" panose="020B0403020202020204" pitchFamily="34" charset="0"/>
                <a:ea typeface="Nokia Pure Text Light" panose="020B0403020202020204" pitchFamily="34" charset="0"/>
              </a:defRPr>
            </a:lvl7pPr>
            <a:lvl8pPr marL="2152746" indent="0">
              <a:spcBef>
                <a:spcPts val="0"/>
              </a:spcBef>
              <a:spcAft>
                <a:spcPts val="800"/>
              </a:spcAft>
              <a:buNone/>
              <a:defRPr sz="800">
                <a:solidFill>
                  <a:schemeClr val="tx2"/>
                </a:solidFill>
                <a:latin typeface="Nokia Pure Text Light" panose="020B0403020202020204" pitchFamily="34" charset="0"/>
                <a:ea typeface="Nokia Pure Text Light" panose="020B0403020202020204" pitchFamily="34" charset="0"/>
              </a:defRPr>
            </a:lvl8pPr>
          </a:lstStyle>
          <a:p>
            <a:pPr lvl="0"/>
            <a:r>
              <a:rPr lang="en-US" dirty="0"/>
              <a:t>Subtitle/Author</a:t>
            </a:r>
          </a:p>
        </p:txBody>
      </p:sp>
      <p:sp>
        <p:nvSpPr>
          <p:cNvPr id="18" name="TextBox 17">
            <a:extLst>
              <a:ext uri="{FF2B5EF4-FFF2-40B4-BE49-F238E27FC236}">
                <a16:creationId xmlns:a16="http://schemas.microsoft.com/office/drawing/2014/main" id="{5AE80B1C-FD35-F288-8BFD-2F827D4C51AD}"/>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9" name="Slide Number Placeholder 5">
            <a:extLst>
              <a:ext uri="{FF2B5EF4-FFF2-40B4-BE49-F238E27FC236}">
                <a16:creationId xmlns:a16="http://schemas.microsoft.com/office/drawing/2014/main" id="{0B17E72F-0CE2-D4D0-F696-BEA9F83EF5AA}"/>
              </a:ext>
            </a:extLst>
          </p:cNvPr>
          <p:cNvSpPr txBox="1">
            <a:spLocks/>
          </p:cNvSpPr>
          <p:nvPr userDrawn="1"/>
        </p:nvSpPr>
        <p:spPr>
          <a:xfrm>
            <a:off x="558803" y="6478009"/>
            <a:ext cx="166712"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0" name="Footer Placeholder 2">
            <a:extLst>
              <a:ext uri="{FF2B5EF4-FFF2-40B4-BE49-F238E27FC236}">
                <a16:creationId xmlns:a16="http://schemas.microsoft.com/office/drawing/2014/main" id="{AB4C8BF7-D6EA-CCEB-F116-FF8F674A1D0D}"/>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endParaRPr lang="en-US" dirty="0"/>
          </a:p>
        </p:txBody>
      </p:sp>
      <p:cxnSp>
        <p:nvCxnSpPr>
          <p:cNvPr id="5" name="Straight Connector 4">
            <a:extLst>
              <a:ext uri="{FF2B5EF4-FFF2-40B4-BE49-F238E27FC236}">
                <a16:creationId xmlns:a16="http://schemas.microsoft.com/office/drawing/2014/main" id="{E9AF91A8-961C-A189-FE31-F20EC310BEBD}"/>
              </a:ext>
            </a:extLst>
          </p:cNvPr>
          <p:cNvCxnSpPr>
            <a:cxnSpLocks/>
          </p:cNvCxnSpPr>
          <p:nvPr userDrawn="1"/>
        </p:nvCxnSpPr>
        <p:spPr>
          <a:xfrm>
            <a:off x="1871480" y="6457200"/>
            <a:ext cx="0" cy="192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6" name="Picture 5" descr="Icon&#10;&#10;Description automatically generated">
            <a:extLst>
              <a:ext uri="{FF2B5EF4-FFF2-40B4-BE49-F238E27FC236}">
                <a16:creationId xmlns:a16="http://schemas.microsoft.com/office/drawing/2014/main" id="{8A738E76-8413-40D6-063B-2820F6CFF9A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9205175" y="3009207"/>
            <a:ext cx="1984139" cy="945600"/>
          </a:xfrm>
          <a:prstGeom prst="rect">
            <a:avLst/>
          </a:prstGeom>
        </p:spPr>
      </p:pic>
    </p:spTree>
    <p:extLst>
      <p:ext uri="{BB962C8B-B14F-4D97-AF65-F5344CB8AC3E}">
        <p14:creationId xmlns:p14="http://schemas.microsoft.com/office/powerpoint/2010/main" val="232295976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6.4 - Cover K White">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53F4EAC9-01A1-ED6A-B271-D7FC17A6D29B}"/>
              </a:ext>
            </a:extLst>
          </p:cNvPr>
          <p:cNvPicPr>
            <a:picLocks noChangeAspect="1"/>
          </p:cNvPicPr>
          <p:nvPr userDrawn="1"/>
        </p:nvPicPr>
        <p:blipFill rotWithShape="1">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r="18798"/>
          <a:stretch/>
        </p:blipFill>
        <p:spPr>
          <a:xfrm>
            <a:off x="6622168" y="0"/>
            <a:ext cx="5569832" cy="6859200"/>
          </a:xfrm>
          <a:prstGeom prst="rect">
            <a:avLst/>
          </a:prstGeom>
        </p:spPr>
      </p:pic>
      <p:sp>
        <p:nvSpPr>
          <p:cNvPr id="17" name="Title 4">
            <a:extLst>
              <a:ext uri="{FF2B5EF4-FFF2-40B4-BE49-F238E27FC236}">
                <a16:creationId xmlns:a16="http://schemas.microsoft.com/office/drawing/2014/main" id="{EB5A7CA1-8E09-1FEE-5143-08105708AE59}"/>
              </a:ext>
            </a:extLst>
          </p:cNvPr>
          <p:cNvSpPr>
            <a:spLocks noGrp="1"/>
          </p:cNvSpPr>
          <p:nvPr>
            <p:ph type="title" hasCustomPrompt="1"/>
          </p:nvPr>
        </p:nvSpPr>
        <p:spPr>
          <a:xfrm>
            <a:off x="556708" y="2179565"/>
            <a:ext cx="5213179" cy="1659287"/>
          </a:xfrm>
          <a:prstGeom prst="rect">
            <a:avLst/>
          </a:prstGeom>
        </p:spPr>
        <p:txBody>
          <a:bodyPr lIns="0" tIns="0" rIns="0" bIns="0">
            <a:noAutofit/>
          </a:bodyPr>
          <a:lstStyle>
            <a:lvl1pPr marL="0" indent="0" algn="l" defTabSz="1219170" rtl="0" eaLnBrk="1" latinLnBrk="0" hangingPunct="1">
              <a:lnSpc>
                <a:spcPct val="100000"/>
              </a:lnSpc>
              <a:spcBef>
                <a:spcPts val="0"/>
              </a:spcBef>
              <a:buFont typeface="Arial" panose="020B0604020202020204" pitchFamily="34" charset="0"/>
              <a:buNone/>
              <a:defRPr lang="en-GB" sz="4800" kern="1200" baseline="0" dirty="0" smtClean="0">
                <a:solidFill>
                  <a:schemeClr val="accent1"/>
                </a:solidFill>
                <a:latin typeface="+mj-lt"/>
                <a:ea typeface="+mn-ea"/>
                <a:cs typeface="+mn-cs"/>
              </a:defRPr>
            </a:lvl1pPr>
          </a:lstStyle>
          <a:p>
            <a:r>
              <a:rPr lang="en-GB" dirty="0"/>
              <a:t>Presentation</a:t>
            </a:r>
            <a:br>
              <a:rPr lang="en-GB" dirty="0"/>
            </a:br>
            <a:r>
              <a:rPr lang="en-GB" dirty="0"/>
              <a:t>Title (2 lines)</a:t>
            </a:r>
          </a:p>
        </p:txBody>
      </p:sp>
      <p:sp>
        <p:nvSpPr>
          <p:cNvPr id="18" name="Text Placeholder 3">
            <a:extLst>
              <a:ext uri="{FF2B5EF4-FFF2-40B4-BE49-F238E27FC236}">
                <a16:creationId xmlns:a16="http://schemas.microsoft.com/office/drawing/2014/main" id="{AF6FE26B-E8FF-4ACF-48A7-542E2FB4B861}"/>
              </a:ext>
            </a:extLst>
          </p:cNvPr>
          <p:cNvSpPr>
            <a:spLocks noGrp="1"/>
          </p:cNvSpPr>
          <p:nvPr>
            <p:ph type="body" sz="quarter" idx="12" hasCustomPrompt="1"/>
          </p:nvPr>
        </p:nvSpPr>
        <p:spPr>
          <a:xfrm>
            <a:off x="556708" y="4079614"/>
            <a:ext cx="5213179" cy="787937"/>
          </a:xfrm>
          <a:prstGeom prst="rect">
            <a:avLst/>
          </a:prstGeom>
        </p:spPr>
        <p:txBody>
          <a:bodyPr lIns="0" tIns="0" rIns="0" bIns="0">
            <a:noAutofit/>
          </a:bodyPr>
          <a:lstStyle>
            <a:lvl1pPr marL="0" indent="0">
              <a:lnSpc>
                <a:spcPct val="100000"/>
              </a:lnSpc>
              <a:spcBef>
                <a:spcPts val="0"/>
              </a:spcBef>
              <a:spcAft>
                <a:spcPts val="800"/>
              </a:spcAft>
              <a:buFont typeface="Arial" panose="020B0604020202020204" pitchFamily="34" charset="0"/>
              <a:buNone/>
              <a:defRPr sz="2400">
                <a:solidFill>
                  <a:schemeClr val="accent1"/>
                </a:solidFill>
                <a:latin typeface="+mn-lt"/>
                <a:ea typeface="Nokia Pure Text Light" panose="020B0403020202020204" pitchFamily="34" charset="0"/>
              </a:defRPr>
            </a:lvl1pPr>
            <a:lvl2pPr marL="307192" indent="0">
              <a:lnSpc>
                <a:spcPct val="100000"/>
              </a:lnSpc>
              <a:spcBef>
                <a:spcPts val="0"/>
              </a:spcBef>
              <a:spcAft>
                <a:spcPts val="800"/>
              </a:spcAft>
              <a:buNone/>
              <a:defRPr sz="1867">
                <a:solidFill>
                  <a:schemeClr val="bg1"/>
                </a:solidFill>
                <a:latin typeface="+mn-lt"/>
                <a:ea typeface="Nokia Pure Text Light" panose="020B0403020202020204" pitchFamily="34" charset="0"/>
              </a:defRPr>
            </a:lvl2pPr>
            <a:lvl3pPr marL="616785" indent="0">
              <a:lnSpc>
                <a:spcPct val="100000"/>
              </a:lnSpc>
              <a:spcBef>
                <a:spcPts val="0"/>
              </a:spcBef>
              <a:spcAft>
                <a:spcPts val="800"/>
              </a:spcAft>
              <a:buNone/>
              <a:defRPr sz="1600">
                <a:solidFill>
                  <a:schemeClr val="bg1"/>
                </a:solidFill>
                <a:latin typeface="+mn-lt"/>
                <a:ea typeface="Nokia Pure Text Light" panose="020B0403020202020204" pitchFamily="34" charset="0"/>
              </a:defRPr>
            </a:lvl3pPr>
            <a:lvl4pPr marL="923977" indent="0">
              <a:lnSpc>
                <a:spcPct val="100000"/>
              </a:lnSpc>
              <a:spcBef>
                <a:spcPts val="0"/>
              </a:spcBef>
              <a:spcAft>
                <a:spcPts val="800"/>
              </a:spcAft>
              <a:buNone/>
              <a:defRPr sz="1333">
                <a:solidFill>
                  <a:schemeClr val="bg1"/>
                </a:solidFill>
                <a:latin typeface="+mn-lt"/>
                <a:ea typeface="Nokia Pure Text Light" panose="020B0403020202020204" pitchFamily="34" charset="0"/>
              </a:defRPr>
            </a:lvl4pPr>
            <a:lvl5pPr marL="1231169" indent="0">
              <a:lnSpc>
                <a:spcPct val="100000"/>
              </a:lnSpc>
              <a:spcBef>
                <a:spcPts val="0"/>
              </a:spcBef>
              <a:spcAft>
                <a:spcPts val="800"/>
              </a:spcAft>
              <a:buFont typeface="Arial" panose="020B0604020202020204" pitchFamily="34" charset="0"/>
              <a:buNone/>
              <a:defRPr sz="1200">
                <a:solidFill>
                  <a:schemeClr val="bg1"/>
                </a:solidFill>
                <a:latin typeface="+mn-lt"/>
                <a:ea typeface="Nokia Pure Text Light" panose="020B0403020202020204" pitchFamily="34" charset="0"/>
              </a:defRPr>
            </a:lvl5pPr>
            <a:lvl6pPr marL="1538362" indent="0">
              <a:spcBef>
                <a:spcPts val="0"/>
              </a:spcBef>
              <a:spcAft>
                <a:spcPts val="800"/>
              </a:spcAft>
              <a:buFont typeface="Nokia Pure Text" panose="020B0503020202020204" pitchFamily="34" charset="0"/>
              <a:buNone/>
              <a:defRPr sz="1067" baseline="0">
                <a:solidFill>
                  <a:schemeClr val="tx2"/>
                </a:solidFill>
                <a:latin typeface="Nokia Pure Text Light" panose="020B0403020202020204" pitchFamily="34" charset="0"/>
                <a:ea typeface="Nokia Pure Text Light" panose="020B0403020202020204" pitchFamily="34" charset="0"/>
              </a:defRPr>
            </a:lvl6pPr>
            <a:lvl7pPr marL="1845554" indent="0">
              <a:spcBef>
                <a:spcPts val="0"/>
              </a:spcBef>
              <a:spcAft>
                <a:spcPts val="800"/>
              </a:spcAft>
              <a:buNone/>
              <a:defRPr sz="933">
                <a:solidFill>
                  <a:schemeClr val="tx2"/>
                </a:solidFill>
                <a:latin typeface="Nokia Pure Text Light" panose="020B0403020202020204" pitchFamily="34" charset="0"/>
                <a:ea typeface="Nokia Pure Text Light" panose="020B0403020202020204" pitchFamily="34" charset="0"/>
              </a:defRPr>
            </a:lvl7pPr>
            <a:lvl8pPr marL="2152746" indent="0">
              <a:spcBef>
                <a:spcPts val="0"/>
              </a:spcBef>
              <a:spcAft>
                <a:spcPts val="800"/>
              </a:spcAft>
              <a:buNone/>
              <a:defRPr sz="800">
                <a:solidFill>
                  <a:schemeClr val="tx2"/>
                </a:solidFill>
                <a:latin typeface="Nokia Pure Text Light" panose="020B0403020202020204" pitchFamily="34" charset="0"/>
                <a:ea typeface="Nokia Pure Text Light" panose="020B0403020202020204" pitchFamily="34" charset="0"/>
              </a:defRPr>
            </a:lvl8pPr>
          </a:lstStyle>
          <a:p>
            <a:pPr lvl="0"/>
            <a:r>
              <a:rPr lang="en-US" dirty="0"/>
              <a:t>Subtitle/Author</a:t>
            </a:r>
          </a:p>
        </p:txBody>
      </p:sp>
      <p:sp>
        <p:nvSpPr>
          <p:cNvPr id="19" name="TextBox 18">
            <a:extLst>
              <a:ext uri="{FF2B5EF4-FFF2-40B4-BE49-F238E27FC236}">
                <a16:creationId xmlns:a16="http://schemas.microsoft.com/office/drawing/2014/main" id="{685118FE-3A69-7878-D9BB-1A3313720C81}"/>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20" name="Slide Number Placeholder 5">
            <a:extLst>
              <a:ext uri="{FF2B5EF4-FFF2-40B4-BE49-F238E27FC236}">
                <a16:creationId xmlns:a16="http://schemas.microsoft.com/office/drawing/2014/main" id="{0F609D8D-5CB0-9FB7-12C3-CB2F81E54A60}"/>
              </a:ext>
            </a:extLst>
          </p:cNvPr>
          <p:cNvSpPr txBox="1">
            <a:spLocks/>
          </p:cNvSpPr>
          <p:nvPr userDrawn="1"/>
        </p:nvSpPr>
        <p:spPr>
          <a:xfrm>
            <a:off x="558803" y="6478009"/>
            <a:ext cx="166712"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1" name="Footer Placeholder 2">
            <a:extLst>
              <a:ext uri="{FF2B5EF4-FFF2-40B4-BE49-F238E27FC236}">
                <a16:creationId xmlns:a16="http://schemas.microsoft.com/office/drawing/2014/main" id="{A6A581A3-9568-ADAA-C577-D08AD5F13852}"/>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endParaRPr lang="en-US" dirty="0"/>
          </a:p>
        </p:txBody>
      </p:sp>
      <p:cxnSp>
        <p:nvCxnSpPr>
          <p:cNvPr id="4" name="Straight Connector 3">
            <a:extLst>
              <a:ext uri="{FF2B5EF4-FFF2-40B4-BE49-F238E27FC236}">
                <a16:creationId xmlns:a16="http://schemas.microsoft.com/office/drawing/2014/main" id="{D145F5C9-B0D7-A853-4611-85FEFFB68BA0}"/>
              </a:ext>
            </a:extLst>
          </p:cNvPr>
          <p:cNvCxnSpPr>
            <a:cxnSpLocks/>
          </p:cNvCxnSpPr>
          <p:nvPr userDrawn="1"/>
        </p:nvCxnSpPr>
        <p:spPr>
          <a:xfrm>
            <a:off x="1871480" y="6457200"/>
            <a:ext cx="0" cy="192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pic>
        <p:nvPicPr>
          <p:cNvPr id="5" name="Picture 4" descr="Logo, icon&#10;&#10;Description automatically generated">
            <a:extLst>
              <a:ext uri="{FF2B5EF4-FFF2-40B4-BE49-F238E27FC236}">
                <a16:creationId xmlns:a16="http://schemas.microsoft.com/office/drawing/2014/main" id="{BA046007-1DC4-1745-E53F-44DBA02352FF}"/>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205173" y="3009205"/>
            <a:ext cx="1984139" cy="945600"/>
          </a:xfrm>
          <a:prstGeom prst="rect">
            <a:avLst/>
          </a:prstGeom>
        </p:spPr>
      </p:pic>
    </p:spTree>
    <p:extLst>
      <p:ext uri="{BB962C8B-B14F-4D97-AF65-F5344CB8AC3E}">
        <p14:creationId xmlns:p14="http://schemas.microsoft.com/office/powerpoint/2010/main" val="234763225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7.1 - Divider BlueGreen2">
    <p:spTree>
      <p:nvGrpSpPr>
        <p:cNvPr id="1" name=""/>
        <p:cNvGrpSpPr/>
        <p:nvPr/>
      </p:nvGrpSpPr>
      <p:grpSpPr>
        <a:xfrm>
          <a:off x="0" y="0"/>
          <a:ext cx="0" cy="0"/>
          <a:chOff x="0" y="0"/>
          <a:chExt cx="0" cy="0"/>
        </a:xfrm>
      </p:grpSpPr>
      <p:pic>
        <p:nvPicPr>
          <p:cNvPr id="6" name="Picture 5" descr="Background pattern&#10;&#10;Description automatically generated">
            <a:extLst>
              <a:ext uri="{FF2B5EF4-FFF2-40B4-BE49-F238E27FC236}">
                <a16:creationId xmlns:a16="http://schemas.microsoft.com/office/drawing/2014/main" id="{2F98BFE0-FEAC-1333-6BF5-7907903B2DC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3" name="Text Placeholder 42">
            <a:extLst>
              <a:ext uri="{FF2B5EF4-FFF2-40B4-BE49-F238E27FC236}">
                <a16:creationId xmlns:a16="http://schemas.microsoft.com/office/drawing/2014/main" id="{62755F71-C8DF-BEE3-C54C-12DECC4F9773}"/>
              </a:ext>
            </a:extLst>
          </p:cNvPr>
          <p:cNvSpPr>
            <a:spLocks noGrp="1"/>
          </p:cNvSpPr>
          <p:nvPr>
            <p:ph type="body" sz="quarter" idx="11" hasCustomPrompt="1"/>
          </p:nvPr>
        </p:nvSpPr>
        <p:spPr>
          <a:xfrm>
            <a:off x="556800" y="1440000"/>
            <a:ext cx="11078400" cy="2347335"/>
          </a:xfrm>
          <a:prstGeom prst="rect">
            <a:avLst/>
          </a:prstGeom>
        </p:spPr>
        <p:txBody>
          <a:bodyPr lIns="0" tIns="0" rIns="0" bIns="0"/>
          <a:lstStyle>
            <a:lvl1pPr marL="0" indent="0">
              <a:buNone/>
              <a:defRPr sz="5867" baseline="0">
                <a:solidFill>
                  <a:schemeClr val="bg1"/>
                </a:solidFill>
                <a:latin typeface="Nokia Pure Headline Light" panose="020B0304020202020204" pitchFamily="34" charset="0"/>
              </a:defRPr>
            </a:lvl1pPr>
          </a:lstStyle>
          <a:p>
            <a:pPr lvl="0"/>
            <a:r>
              <a:rPr lang="en-US" noProof="0"/>
              <a:t>Divider pages </a:t>
            </a:r>
            <a:br>
              <a:rPr lang="en-US" noProof="0"/>
            </a:br>
            <a:r>
              <a:rPr lang="en-US" noProof="0"/>
              <a:t>or large quotes</a:t>
            </a:r>
          </a:p>
        </p:txBody>
      </p:sp>
      <p:sp>
        <p:nvSpPr>
          <p:cNvPr id="13" name="TextBox 12">
            <a:extLst>
              <a:ext uri="{FF2B5EF4-FFF2-40B4-BE49-F238E27FC236}">
                <a16:creationId xmlns:a16="http://schemas.microsoft.com/office/drawing/2014/main" id="{A3AA9E6A-3B54-EBA8-25AB-52211D52F5EA}"/>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4" name="Slide Number Placeholder 5">
            <a:extLst>
              <a:ext uri="{FF2B5EF4-FFF2-40B4-BE49-F238E27FC236}">
                <a16:creationId xmlns:a16="http://schemas.microsoft.com/office/drawing/2014/main" id="{0FC82D3C-5CAB-DDEA-5BAD-0CE49311B44C}"/>
              </a:ext>
            </a:extLst>
          </p:cNvPr>
          <p:cNvSpPr txBox="1">
            <a:spLocks/>
          </p:cNvSpPr>
          <p:nvPr userDrawn="1"/>
        </p:nvSpPr>
        <p:spPr>
          <a:xfrm>
            <a:off x="558803" y="6478009"/>
            <a:ext cx="166712"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5" name="Footer Placeholder 2">
            <a:extLst>
              <a:ext uri="{FF2B5EF4-FFF2-40B4-BE49-F238E27FC236}">
                <a16:creationId xmlns:a16="http://schemas.microsoft.com/office/drawing/2014/main" id="{DF275CFF-10A6-01B8-606D-73D7A5642263}"/>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endParaRPr lang="en-US" dirty="0"/>
          </a:p>
        </p:txBody>
      </p:sp>
      <p:sp>
        <p:nvSpPr>
          <p:cNvPr id="5" name="Text Placeholder 42">
            <a:extLst>
              <a:ext uri="{FF2B5EF4-FFF2-40B4-BE49-F238E27FC236}">
                <a16:creationId xmlns:a16="http://schemas.microsoft.com/office/drawing/2014/main" id="{56D07526-2E9D-2AAD-EE94-167EEE1536FF}"/>
              </a:ext>
            </a:extLst>
          </p:cNvPr>
          <p:cNvSpPr>
            <a:spLocks noGrp="1"/>
          </p:cNvSpPr>
          <p:nvPr>
            <p:ph type="body" sz="quarter" idx="12"/>
          </p:nvPr>
        </p:nvSpPr>
        <p:spPr>
          <a:xfrm>
            <a:off x="556800" y="4215295"/>
            <a:ext cx="11078400" cy="1477960"/>
          </a:xfrm>
          <a:prstGeom prst="rect">
            <a:avLst/>
          </a:prstGeom>
        </p:spPr>
        <p:txBody>
          <a:bodyPr lIns="0" tIns="0" rIns="0" bIns="0"/>
          <a:lstStyle>
            <a:lvl1pPr marL="0" indent="0">
              <a:buNone/>
              <a:defRPr sz="2133" baseline="0">
                <a:solidFill>
                  <a:schemeClr val="bg1"/>
                </a:solidFill>
                <a:latin typeface="Nokia Pure Text Light" panose="020B0403020202020204" pitchFamily="34" charset="0"/>
                <a:ea typeface="Nokia Pure Text Light" panose="020B0403020202020204" pitchFamily="34" charset="0"/>
              </a:defRPr>
            </a:lvl1pPr>
          </a:lstStyle>
          <a:p>
            <a:pPr lvl="0"/>
            <a:r>
              <a:rPr lang="en-US"/>
              <a:t>Click to edit Master text styles</a:t>
            </a:r>
          </a:p>
        </p:txBody>
      </p:sp>
      <p:cxnSp>
        <p:nvCxnSpPr>
          <p:cNvPr id="2" name="Straight Connector 1">
            <a:extLst>
              <a:ext uri="{FF2B5EF4-FFF2-40B4-BE49-F238E27FC236}">
                <a16:creationId xmlns:a16="http://schemas.microsoft.com/office/drawing/2014/main" id="{A1FCC02C-AA09-DFA8-8A6A-D41F93450812}"/>
              </a:ext>
            </a:extLst>
          </p:cNvPr>
          <p:cNvCxnSpPr>
            <a:cxnSpLocks/>
          </p:cNvCxnSpPr>
          <p:nvPr userDrawn="1"/>
        </p:nvCxnSpPr>
        <p:spPr>
          <a:xfrm>
            <a:off x="1871480" y="6457200"/>
            <a:ext cx="0" cy="192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7" name="Picture 6" descr="Icon&#10;&#10;Description automatically generated">
            <a:extLst>
              <a:ext uri="{FF2B5EF4-FFF2-40B4-BE49-F238E27FC236}">
                <a16:creationId xmlns:a16="http://schemas.microsoft.com/office/drawing/2014/main" id="{D866DE3A-281D-02D9-50A0-99ED34A25CC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15937" y="6157420"/>
            <a:ext cx="1017249" cy="484800"/>
          </a:xfrm>
          <a:prstGeom prst="rect">
            <a:avLst/>
          </a:prstGeom>
        </p:spPr>
      </p:pic>
    </p:spTree>
    <p:extLst>
      <p:ext uri="{BB962C8B-B14F-4D97-AF65-F5344CB8AC3E}">
        <p14:creationId xmlns:p14="http://schemas.microsoft.com/office/powerpoint/2010/main" val="194670056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7.2 - Divider BlueGreen3">
    <p:spTree>
      <p:nvGrpSpPr>
        <p:cNvPr id="1" name=""/>
        <p:cNvGrpSpPr/>
        <p:nvPr/>
      </p:nvGrpSpPr>
      <p:grpSpPr>
        <a:xfrm>
          <a:off x="0" y="0"/>
          <a:ext cx="0" cy="0"/>
          <a:chOff x="0" y="0"/>
          <a:chExt cx="0" cy="0"/>
        </a:xfrm>
      </p:grpSpPr>
      <p:pic>
        <p:nvPicPr>
          <p:cNvPr id="11" name="Picture 10" descr="Background pattern&#10;&#10;Description automatically generated">
            <a:extLst>
              <a:ext uri="{FF2B5EF4-FFF2-40B4-BE49-F238E27FC236}">
                <a16:creationId xmlns:a16="http://schemas.microsoft.com/office/drawing/2014/main" id="{82BC244E-62D2-236F-4DC8-EEBFE9AF287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Text Placeholder 42">
            <a:extLst>
              <a:ext uri="{FF2B5EF4-FFF2-40B4-BE49-F238E27FC236}">
                <a16:creationId xmlns:a16="http://schemas.microsoft.com/office/drawing/2014/main" id="{BE7F6530-2B80-C2AA-C92D-861D7E8FD530}"/>
              </a:ext>
            </a:extLst>
          </p:cNvPr>
          <p:cNvSpPr>
            <a:spLocks noGrp="1"/>
          </p:cNvSpPr>
          <p:nvPr>
            <p:ph type="body" sz="quarter" idx="11" hasCustomPrompt="1"/>
          </p:nvPr>
        </p:nvSpPr>
        <p:spPr>
          <a:xfrm>
            <a:off x="556800" y="1440000"/>
            <a:ext cx="11078400" cy="2347335"/>
          </a:xfrm>
          <a:prstGeom prst="rect">
            <a:avLst/>
          </a:prstGeom>
        </p:spPr>
        <p:txBody>
          <a:bodyPr lIns="0" tIns="0" rIns="0" bIns="0"/>
          <a:lstStyle>
            <a:lvl1pPr marL="0" indent="0">
              <a:buNone/>
              <a:defRPr sz="5867" baseline="0">
                <a:solidFill>
                  <a:schemeClr val="bg1"/>
                </a:solidFill>
                <a:latin typeface="Nokia Pure Headline Light" panose="020B0304020202020204" pitchFamily="34" charset="0"/>
              </a:defRPr>
            </a:lvl1pPr>
          </a:lstStyle>
          <a:p>
            <a:pPr lvl="0"/>
            <a:r>
              <a:rPr lang="en-US" noProof="0"/>
              <a:t>Divider pages </a:t>
            </a:r>
            <a:br>
              <a:rPr lang="en-US" noProof="0"/>
            </a:br>
            <a:r>
              <a:rPr lang="en-US" noProof="0"/>
              <a:t>or large quotes</a:t>
            </a:r>
          </a:p>
        </p:txBody>
      </p:sp>
      <p:sp>
        <p:nvSpPr>
          <p:cNvPr id="13" name="TextBox 12">
            <a:extLst>
              <a:ext uri="{FF2B5EF4-FFF2-40B4-BE49-F238E27FC236}">
                <a16:creationId xmlns:a16="http://schemas.microsoft.com/office/drawing/2014/main" id="{4FBBDEB0-7315-4214-F9C8-48DBCC502C8E}"/>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4" name="Slide Number Placeholder 5">
            <a:extLst>
              <a:ext uri="{FF2B5EF4-FFF2-40B4-BE49-F238E27FC236}">
                <a16:creationId xmlns:a16="http://schemas.microsoft.com/office/drawing/2014/main" id="{3976F6A6-5835-91B8-5B94-A197DCCF65D7}"/>
              </a:ext>
            </a:extLst>
          </p:cNvPr>
          <p:cNvSpPr txBox="1">
            <a:spLocks/>
          </p:cNvSpPr>
          <p:nvPr userDrawn="1"/>
        </p:nvSpPr>
        <p:spPr>
          <a:xfrm>
            <a:off x="558803" y="6478009"/>
            <a:ext cx="166712"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5" name="Footer Placeholder 2">
            <a:extLst>
              <a:ext uri="{FF2B5EF4-FFF2-40B4-BE49-F238E27FC236}">
                <a16:creationId xmlns:a16="http://schemas.microsoft.com/office/drawing/2014/main" id="{146445DD-AC0A-C4BA-03CB-A346CF3E9279}"/>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endParaRPr lang="en-US" dirty="0"/>
          </a:p>
        </p:txBody>
      </p:sp>
      <p:sp>
        <p:nvSpPr>
          <p:cNvPr id="3" name="Text Placeholder 42">
            <a:extLst>
              <a:ext uri="{FF2B5EF4-FFF2-40B4-BE49-F238E27FC236}">
                <a16:creationId xmlns:a16="http://schemas.microsoft.com/office/drawing/2014/main" id="{5ED3C240-0F31-AD4B-E3D6-E9E2DFC4EB67}"/>
              </a:ext>
            </a:extLst>
          </p:cNvPr>
          <p:cNvSpPr>
            <a:spLocks noGrp="1"/>
          </p:cNvSpPr>
          <p:nvPr>
            <p:ph type="body" sz="quarter" idx="12"/>
          </p:nvPr>
        </p:nvSpPr>
        <p:spPr>
          <a:xfrm>
            <a:off x="556800" y="4215295"/>
            <a:ext cx="11078400" cy="1477960"/>
          </a:xfrm>
          <a:prstGeom prst="rect">
            <a:avLst/>
          </a:prstGeom>
        </p:spPr>
        <p:txBody>
          <a:bodyPr lIns="0" tIns="0" rIns="0" bIns="0"/>
          <a:lstStyle>
            <a:lvl1pPr marL="0" indent="0">
              <a:buNone/>
              <a:defRPr sz="2133" baseline="0">
                <a:solidFill>
                  <a:schemeClr val="bg1"/>
                </a:solidFill>
                <a:latin typeface="Nokia Pure Text Light" panose="020B0403020202020204" pitchFamily="34" charset="0"/>
                <a:ea typeface="Nokia Pure Text Light" panose="020B0403020202020204" pitchFamily="34" charset="0"/>
              </a:defRPr>
            </a:lvl1pPr>
          </a:lstStyle>
          <a:p>
            <a:pPr lvl="0"/>
            <a:r>
              <a:rPr lang="en-US"/>
              <a:t>Click to edit Master text styles</a:t>
            </a:r>
          </a:p>
        </p:txBody>
      </p:sp>
      <p:cxnSp>
        <p:nvCxnSpPr>
          <p:cNvPr id="2" name="Straight Connector 1">
            <a:extLst>
              <a:ext uri="{FF2B5EF4-FFF2-40B4-BE49-F238E27FC236}">
                <a16:creationId xmlns:a16="http://schemas.microsoft.com/office/drawing/2014/main" id="{486B89F7-9432-082D-BED0-08937C3ACD31}"/>
              </a:ext>
            </a:extLst>
          </p:cNvPr>
          <p:cNvCxnSpPr>
            <a:cxnSpLocks/>
          </p:cNvCxnSpPr>
          <p:nvPr userDrawn="1"/>
        </p:nvCxnSpPr>
        <p:spPr>
          <a:xfrm>
            <a:off x="1871480" y="6457200"/>
            <a:ext cx="0" cy="192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5" name="Picture 4" descr="Icon&#10;&#10;Description automatically generated">
            <a:extLst>
              <a:ext uri="{FF2B5EF4-FFF2-40B4-BE49-F238E27FC236}">
                <a16:creationId xmlns:a16="http://schemas.microsoft.com/office/drawing/2014/main" id="{5BE6BFC3-C804-C0C6-5C51-BE68C6F4228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15937" y="6157420"/>
            <a:ext cx="1017249" cy="484800"/>
          </a:xfrm>
          <a:prstGeom prst="rect">
            <a:avLst/>
          </a:prstGeom>
        </p:spPr>
      </p:pic>
    </p:spTree>
    <p:extLst>
      <p:ext uri="{BB962C8B-B14F-4D97-AF65-F5344CB8AC3E}">
        <p14:creationId xmlns:p14="http://schemas.microsoft.com/office/powerpoint/2010/main" val="84371441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7.3 - Divider BlueGreen5">
    <p:spTree>
      <p:nvGrpSpPr>
        <p:cNvPr id="1" name=""/>
        <p:cNvGrpSpPr/>
        <p:nvPr/>
      </p:nvGrpSpPr>
      <p:grpSpPr>
        <a:xfrm>
          <a:off x="0" y="0"/>
          <a:ext cx="0" cy="0"/>
          <a:chOff x="0" y="0"/>
          <a:chExt cx="0" cy="0"/>
        </a:xfrm>
      </p:grpSpPr>
      <p:pic>
        <p:nvPicPr>
          <p:cNvPr id="5" name="Picture 4" descr="Background pattern&#10;&#10;Description automatically generated">
            <a:extLst>
              <a:ext uri="{FF2B5EF4-FFF2-40B4-BE49-F238E27FC236}">
                <a16:creationId xmlns:a16="http://schemas.microsoft.com/office/drawing/2014/main" id="{1ACC9534-D4F4-B471-C3A8-8380F72B349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3" name="Text Placeholder 42">
            <a:extLst>
              <a:ext uri="{FF2B5EF4-FFF2-40B4-BE49-F238E27FC236}">
                <a16:creationId xmlns:a16="http://schemas.microsoft.com/office/drawing/2014/main" id="{62755F71-C8DF-BEE3-C54C-12DECC4F9773}"/>
              </a:ext>
            </a:extLst>
          </p:cNvPr>
          <p:cNvSpPr>
            <a:spLocks noGrp="1"/>
          </p:cNvSpPr>
          <p:nvPr>
            <p:ph type="body" sz="quarter" idx="11" hasCustomPrompt="1"/>
          </p:nvPr>
        </p:nvSpPr>
        <p:spPr>
          <a:xfrm>
            <a:off x="556800" y="1440000"/>
            <a:ext cx="11078400" cy="2347335"/>
          </a:xfrm>
          <a:prstGeom prst="rect">
            <a:avLst/>
          </a:prstGeom>
        </p:spPr>
        <p:txBody>
          <a:bodyPr lIns="0" tIns="0" rIns="0" bIns="0"/>
          <a:lstStyle>
            <a:lvl1pPr marL="0" indent="0">
              <a:buNone/>
              <a:defRPr sz="5867" baseline="0">
                <a:solidFill>
                  <a:schemeClr val="bg1"/>
                </a:solidFill>
                <a:latin typeface="Nokia Pure Headline Light" panose="020B0304020202020204" pitchFamily="34" charset="0"/>
              </a:defRPr>
            </a:lvl1pPr>
          </a:lstStyle>
          <a:p>
            <a:pPr lvl="0"/>
            <a:r>
              <a:rPr lang="en-US" noProof="0"/>
              <a:t>Divider pages </a:t>
            </a:r>
            <a:br>
              <a:rPr lang="en-US" noProof="0"/>
            </a:br>
            <a:r>
              <a:rPr lang="en-US" noProof="0"/>
              <a:t>or large quotes</a:t>
            </a:r>
          </a:p>
        </p:txBody>
      </p:sp>
      <p:sp>
        <p:nvSpPr>
          <p:cNvPr id="13" name="TextBox 12">
            <a:extLst>
              <a:ext uri="{FF2B5EF4-FFF2-40B4-BE49-F238E27FC236}">
                <a16:creationId xmlns:a16="http://schemas.microsoft.com/office/drawing/2014/main" id="{BC0FACD4-71CC-9E35-CDCC-22C146E52E95}"/>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4" name="Slide Number Placeholder 5">
            <a:extLst>
              <a:ext uri="{FF2B5EF4-FFF2-40B4-BE49-F238E27FC236}">
                <a16:creationId xmlns:a16="http://schemas.microsoft.com/office/drawing/2014/main" id="{823572DF-299F-8B6C-1E42-1A659F393240}"/>
              </a:ext>
            </a:extLst>
          </p:cNvPr>
          <p:cNvSpPr txBox="1">
            <a:spLocks/>
          </p:cNvSpPr>
          <p:nvPr userDrawn="1"/>
        </p:nvSpPr>
        <p:spPr>
          <a:xfrm>
            <a:off x="558803" y="6478009"/>
            <a:ext cx="166712"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5" name="Footer Placeholder 2">
            <a:extLst>
              <a:ext uri="{FF2B5EF4-FFF2-40B4-BE49-F238E27FC236}">
                <a16:creationId xmlns:a16="http://schemas.microsoft.com/office/drawing/2014/main" id="{F374EA10-DD32-7823-1E8C-8A5B6454CCCB}"/>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endParaRPr lang="en-US" dirty="0"/>
          </a:p>
        </p:txBody>
      </p:sp>
      <p:sp>
        <p:nvSpPr>
          <p:cNvPr id="4" name="Text Placeholder 42">
            <a:extLst>
              <a:ext uri="{FF2B5EF4-FFF2-40B4-BE49-F238E27FC236}">
                <a16:creationId xmlns:a16="http://schemas.microsoft.com/office/drawing/2014/main" id="{B4CCFE40-D40E-A7E0-E99F-0E9E3E7CA3B1}"/>
              </a:ext>
            </a:extLst>
          </p:cNvPr>
          <p:cNvSpPr>
            <a:spLocks noGrp="1"/>
          </p:cNvSpPr>
          <p:nvPr>
            <p:ph type="body" sz="quarter" idx="12"/>
          </p:nvPr>
        </p:nvSpPr>
        <p:spPr>
          <a:xfrm>
            <a:off x="556800" y="4215295"/>
            <a:ext cx="11078400" cy="1477960"/>
          </a:xfrm>
          <a:prstGeom prst="rect">
            <a:avLst/>
          </a:prstGeom>
        </p:spPr>
        <p:txBody>
          <a:bodyPr lIns="0" tIns="0" rIns="0" bIns="0"/>
          <a:lstStyle>
            <a:lvl1pPr marL="0" indent="0">
              <a:buNone/>
              <a:defRPr sz="2133" baseline="0">
                <a:solidFill>
                  <a:schemeClr val="bg1"/>
                </a:solidFill>
                <a:latin typeface="Nokia Pure Text Light" panose="020B0403020202020204" pitchFamily="34" charset="0"/>
                <a:ea typeface="Nokia Pure Text Light" panose="020B0403020202020204" pitchFamily="34" charset="0"/>
              </a:defRPr>
            </a:lvl1pPr>
          </a:lstStyle>
          <a:p>
            <a:pPr lvl="0"/>
            <a:r>
              <a:rPr lang="en-US"/>
              <a:t>Click to edit Master text styles</a:t>
            </a:r>
          </a:p>
        </p:txBody>
      </p:sp>
      <p:cxnSp>
        <p:nvCxnSpPr>
          <p:cNvPr id="2" name="Straight Connector 1">
            <a:extLst>
              <a:ext uri="{FF2B5EF4-FFF2-40B4-BE49-F238E27FC236}">
                <a16:creationId xmlns:a16="http://schemas.microsoft.com/office/drawing/2014/main" id="{01BDB6A4-726E-6BA2-355D-D90953F3B74B}"/>
              </a:ext>
            </a:extLst>
          </p:cNvPr>
          <p:cNvCxnSpPr>
            <a:cxnSpLocks/>
          </p:cNvCxnSpPr>
          <p:nvPr userDrawn="1"/>
        </p:nvCxnSpPr>
        <p:spPr>
          <a:xfrm>
            <a:off x="1871480" y="6457200"/>
            <a:ext cx="0" cy="192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7" name="Picture 6" descr="Icon&#10;&#10;Description automatically generated">
            <a:extLst>
              <a:ext uri="{FF2B5EF4-FFF2-40B4-BE49-F238E27FC236}">
                <a16:creationId xmlns:a16="http://schemas.microsoft.com/office/drawing/2014/main" id="{5F3E4E5B-ADBB-7BA4-987C-43F00755E1A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15937" y="6157420"/>
            <a:ext cx="1017249" cy="484800"/>
          </a:xfrm>
          <a:prstGeom prst="rect">
            <a:avLst/>
          </a:prstGeom>
        </p:spPr>
      </p:pic>
    </p:spTree>
    <p:extLst>
      <p:ext uri="{BB962C8B-B14F-4D97-AF65-F5344CB8AC3E}">
        <p14:creationId xmlns:p14="http://schemas.microsoft.com/office/powerpoint/2010/main" val="187550176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7.4 - Divider PurpleBlue2">
    <p:spTree>
      <p:nvGrpSpPr>
        <p:cNvPr id="1" name=""/>
        <p:cNvGrpSpPr/>
        <p:nvPr/>
      </p:nvGrpSpPr>
      <p:grpSpPr>
        <a:xfrm>
          <a:off x="0" y="0"/>
          <a:ext cx="0" cy="0"/>
          <a:chOff x="0" y="0"/>
          <a:chExt cx="0" cy="0"/>
        </a:xfrm>
      </p:grpSpPr>
      <p:pic>
        <p:nvPicPr>
          <p:cNvPr id="6" name="Picture 5" descr="Background pattern&#10;&#10;Description automatically generated">
            <a:extLst>
              <a:ext uri="{FF2B5EF4-FFF2-40B4-BE49-F238E27FC236}">
                <a16:creationId xmlns:a16="http://schemas.microsoft.com/office/drawing/2014/main" id="{E01D2CA4-939C-12C2-DF49-53BE4EA4C10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3" name="Text Placeholder 42">
            <a:extLst>
              <a:ext uri="{FF2B5EF4-FFF2-40B4-BE49-F238E27FC236}">
                <a16:creationId xmlns:a16="http://schemas.microsoft.com/office/drawing/2014/main" id="{0DABAD96-0284-76FF-D804-48E7FFCA08F5}"/>
              </a:ext>
            </a:extLst>
          </p:cNvPr>
          <p:cNvSpPr>
            <a:spLocks noGrp="1"/>
          </p:cNvSpPr>
          <p:nvPr>
            <p:ph type="body" sz="quarter" idx="11" hasCustomPrompt="1"/>
          </p:nvPr>
        </p:nvSpPr>
        <p:spPr>
          <a:xfrm>
            <a:off x="556800" y="1440000"/>
            <a:ext cx="11078400" cy="2347335"/>
          </a:xfrm>
          <a:prstGeom prst="rect">
            <a:avLst/>
          </a:prstGeom>
        </p:spPr>
        <p:txBody>
          <a:bodyPr lIns="0" tIns="0" rIns="0" bIns="0"/>
          <a:lstStyle>
            <a:lvl1pPr marL="0" indent="0">
              <a:buNone/>
              <a:defRPr sz="5867" baseline="0">
                <a:solidFill>
                  <a:schemeClr val="bg1"/>
                </a:solidFill>
                <a:latin typeface="Nokia Pure Headline Light" panose="020B0304020202020204" pitchFamily="34" charset="0"/>
              </a:defRPr>
            </a:lvl1pPr>
          </a:lstStyle>
          <a:p>
            <a:pPr lvl="0"/>
            <a:r>
              <a:rPr lang="en-US" noProof="0"/>
              <a:t>Divider pages </a:t>
            </a:r>
            <a:br>
              <a:rPr lang="en-US" noProof="0"/>
            </a:br>
            <a:r>
              <a:rPr lang="en-US" noProof="0"/>
              <a:t>or large quotes</a:t>
            </a:r>
          </a:p>
        </p:txBody>
      </p:sp>
      <p:sp>
        <p:nvSpPr>
          <p:cNvPr id="13" name="TextBox 12">
            <a:extLst>
              <a:ext uri="{FF2B5EF4-FFF2-40B4-BE49-F238E27FC236}">
                <a16:creationId xmlns:a16="http://schemas.microsoft.com/office/drawing/2014/main" id="{06758511-3EE8-4852-763C-F4F1187FA97D}"/>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4" name="Slide Number Placeholder 5">
            <a:extLst>
              <a:ext uri="{FF2B5EF4-FFF2-40B4-BE49-F238E27FC236}">
                <a16:creationId xmlns:a16="http://schemas.microsoft.com/office/drawing/2014/main" id="{4486F512-1927-A0E0-A1C2-79941992D99A}"/>
              </a:ext>
            </a:extLst>
          </p:cNvPr>
          <p:cNvSpPr txBox="1">
            <a:spLocks/>
          </p:cNvSpPr>
          <p:nvPr userDrawn="1"/>
        </p:nvSpPr>
        <p:spPr>
          <a:xfrm>
            <a:off x="558803" y="6478009"/>
            <a:ext cx="166712"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5" name="Footer Placeholder 2">
            <a:extLst>
              <a:ext uri="{FF2B5EF4-FFF2-40B4-BE49-F238E27FC236}">
                <a16:creationId xmlns:a16="http://schemas.microsoft.com/office/drawing/2014/main" id="{38DEF3F3-5CAD-FC0C-F7DD-4A913E71BD35}"/>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endParaRPr lang="en-US" dirty="0"/>
          </a:p>
        </p:txBody>
      </p:sp>
      <p:sp>
        <p:nvSpPr>
          <p:cNvPr id="4" name="Text Placeholder 42">
            <a:extLst>
              <a:ext uri="{FF2B5EF4-FFF2-40B4-BE49-F238E27FC236}">
                <a16:creationId xmlns:a16="http://schemas.microsoft.com/office/drawing/2014/main" id="{E790325F-8E1D-1D8F-9BC9-63324BDA4002}"/>
              </a:ext>
            </a:extLst>
          </p:cNvPr>
          <p:cNvSpPr>
            <a:spLocks noGrp="1"/>
          </p:cNvSpPr>
          <p:nvPr>
            <p:ph type="body" sz="quarter" idx="12"/>
          </p:nvPr>
        </p:nvSpPr>
        <p:spPr>
          <a:xfrm>
            <a:off x="556800" y="4215295"/>
            <a:ext cx="11078400" cy="1477960"/>
          </a:xfrm>
          <a:prstGeom prst="rect">
            <a:avLst/>
          </a:prstGeom>
        </p:spPr>
        <p:txBody>
          <a:bodyPr lIns="0" tIns="0" rIns="0" bIns="0"/>
          <a:lstStyle>
            <a:lvl1pPr marL="0" indent="0">
              <a:buNone/>
              <a:defRPr sz="2133" baseline="0">
                <a:solidFill>
                  <a:schemeClr val="bg1"/>
                </a:solidFill>
                <a:latin typeface="Nokia Pure Text Light" panose="020B0403020202020204" pitchFamily="34" charset="0"/>
                <a:ea typeface="Nokia Pure Text Light" panose="020B0403020202020204" pitchFamily="34" charset="0"/>
              </a:defRPr>
            </a:lvl1pPr>
          </a:lstStyle>
          <a:p>
            <a:pPr lvl="0"/>
            <a:r>
              <a:rPr lang="en-US"/>
              <a:t>Click to edit Master text styles</a:t>
            </a:r>
          </a:p>
        </p:txBody>
      </p:sp>
      <p:cxnSp>
        <p:nvCxnSpPr>
          <p:cNvPr id="2" name="Straight Connector 1">
            <a:extLst>
              <a:ext uri="{FF2B5EF4-FFF2-40B4-BE49-F238E27FC236}">
                <a16:creationId xmlns:a16="http://schemas.microsoft.com/office/drawing/2014/main" id="{B20D065A-4A42-3865-710B-715654120A92}"/>
              </a:ext>
            </a:extLst>
          </p:cNvPr>
          <p:cNvCxnSpPr>
            <a:cxnSpLocks/>
          </p:cNvCxnSpPr>
          <p:nvPr userDrawn="1"/>
        </p:nvCxnSpPr>
        <p:spPr>
          <a:xfrm>
            <a:off x="1871480" y="6457200"/>
            <a:ext cx="0" cy="192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7" name="Picture 6" descr="Icon&#10;&#10;Description automatically generated">
            <a:extLst>
              <a:ext uri="{FF2B5EF4-FFF2-40B4-BE49-F238E27FC236}">
                <a16:creationId xmlns:a16="http://schemas.microsoft.com/office/drawing/2014/main" id="{95C23879-9F0A-CFAC-879C-4C43FD86821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15937" y="6157420"/>
            <a:ext cx="1017249" cy="484800"/>
          </a:xfrm>
          <a:prstGeom prst="rect">
            <a:avLst/>
          </a:prstGeom>
        </p:spPr>
      </p:pic>
    </p:spTree>
    <p:extLst>
      <p:ext uri="{BB962C8B-B14F-4D97-AF65-F5344CB8AC3E}">
        <p14:creationId xmlns:p14="http://schemas.microsoft.com/office/powerpoint/2010/main" val="182971054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7.5 - Divider BluePink1">
    <p:spTree>
      <p:nvGrpSpPr>
        <p:cNvPr id="1" name=""/>
        <p:cNvGrpSpPr/>
        <p:nvPr/>
      </p:nvGrpSpPr>
      <p:grpSpPr>
        <a:xfrm>
          <a:off x="0" y="0"/>
          <a:ext cx="0" cy="0"/>
          <a:chOff x="0" y="0"/>
          <a:chExt cx="0" cy="0"/>
        </a:xfrm>
      </p:grpSpPr>
      <p:pic>
        <p:nvPicPr>
          <p:cNvPr id="8" name="Picture 7" descr="Background pattern&#10;&#10;Description automatically generated">
            <a:extLst>
              <a:ext uri="{FF2B5EF4-FFF2-40B4-BE49-F238E27FC236}">
                <a16:creationId xmlns:a16="http://schemas.microsoft.com/office/drawing/2014/main" id="{FEF07AED-C885-0A94-CE92-AD0235762C6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5" name="Text Placeholder 42">
            <a:extLst>
              <a:ext uri="{FF2B5EF4-FFF2-40B4-BE49-F238E27FC236}">
                <a16:creationId xmlns:a16="http://schemas.microsoft.com/office/drawing/2014/main" id="{513AFDC9-7EA7-195A-AC21-49A03E74AF43}"/>
              </a:ext>
            </a:extLst>
          </p:cNvPr>
          <p:cNvSpPr>
            <a:spLocks noGrp="1"/>
          </p:cNvSpPr>
          <p:nvPr>
            <p:ph type="body" sz="quarter" idx="11" hasCustomPrompt="1"/>
          </p:nvPr>
        </p:nvSpPr>
        <p:spPr>
          <a:xfrm>
            <a:off x="556800" y="1440000"/>
            <a:ext cx="11078400" cy="2347335"/>
          </a:xfrm>
          <a:prstGeom prst="rect">
            <a:avLst/>
          </a:prstGeom>
        </p:spPr>
        <p:txBody>
          <a:bodyPr lIns="0" tIns="0" rIns="0" bIns="0"/>
          <a:lstStyle>
            <a:lvl1pPr marL="0" indent="0">
              <a:buNone/>
              <a:defRPr sz="5867" baseline="0">
                <a:solidFill>
                  <a:schemeClr val="bg1"/>
                </a:solidFill>
                <a:latin typeface="Nokia Pure Headline Light" panose="020B0304020202020204" pitchFamily="34" charset="0"/>
              </a:defRPr>
            </a:lvl1pPr>
          </a:lstStyle>
          <a:p>
            <a:pPr lvl="0"/>
            <a:r>
              <a:rPr lang="en-US" noProof="0"/>
              <a:t>Divider pages </a:t>
            </a:r>
            <a:br>
              <a:rPr lang="en-US" noProof="0"/>
            </a:br>
            <a:r>
              <a:rPr lang="en-US" noProof="0"/>
              <a:t>or large quotes</a:t>
            </a:r>
          </a:p>
        </p:txBody>
      </p:sp>
      <p:sp>
        <p:nvSpPr>
          <p:cNvPr id="13" name="TextBox 12">
            <a:extLst>
              <a:ext uri="{FF2B5EF4-FFF2-40B4-BE49-F238E27FC236}">
                <a16:creationId xmlns:a16="http://schemas.microsoft.com/office/drawing/2014/main" id="{35665458-1735-3CFE-DB60-E654932058A6}"/>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4" name="Slide Number Placeholder 5">
            <a:extLst>
              <a:ext uri="{FF2B5EF4-FFF2-40B4-BE49-F238E27FC236}">
                <a16:creationId xmlns:a16="http://schemas.microsoft.com/office/drawing/2014/main" id="{B8EAC92C-19BC-5473-42AE-69A4371F2861}"/>
              </a:ext>
            </a:extLst>
          </p:cNvPr>
          <p:cNvSpPr txBox="1">
            <a:spLocks/>
          </p:cNvSpPr>
          <p:nvPr userDrawn="1"/>
        </p:nvSpPr>
        <p:spPr>
          <a:xfrm>
            <a:off x="558803" y="6478009"/>
            <a:ext cx="166712"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5" name="Footer Placeholder 2">
            <a:extLst>
              <a:ext uri="{FF2B5EF4-FFF2-40B4-BE49-F238E27FC236}">
                <a16:creationId xmlns:a16="http://schemas.microsoft.com/office/drawing/2014/main" id="{9E2C85D8-A3A9-A261-1BCF-70106685644F}"/>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endParaRPr lang="en-US" dirty="0"/>
          </a:p>
        </p:txBody>
      </p:sp>
      <p:sp>
        <p:nvSpPr>
          <p:cNvPr id="3" name="Text Placeholder 42">
            <a:extLst>
              <a:ext uri="{FF2B5EF4-FFF2-40B4-BE49-F238E27FC236}">
                <a16:creationId xmlns:a16="http://schemas.microsoft.com/office/drawing/2014/main" id="{521CF4E5-14D0-7A0E-3B20-BC1F539D9BFE}"/>
              </a:ext>
            </a:extLst>
          </p:cNvPr>
          <p:cNvSpPr>
            <a:spLocks noGrp="1"/>
          </p:cNvSpPr>
          <p:nvPr>
            <p:ph type="body" sz="quarter" idx="12"/>
          </p:nvPr>
        </p:nvSpPr>
        <p:spPr>
          <a:xfrm>
            <a:off x="556800" y="4215295"/>
            <a:ext cx="11078400" cy="1477960"/>
          </a:xfrm>
          <a:prstGeom prst="rect">
            <a:avLst/>
          </a:prstGeom>
        </p:spPr>
        <p:txBody>
          <a:bodyPr lIns="0" tIns="0" rIns="0" bIns="0"/>
          <a:lstStyle>
            <a:lvl1pPr marL="0" indent="0">
              <a:buNone/>
              <a:defRPr sz="2133" baseline="0">
                <a:solidFill>
                  <a:schemeClr val="bg1"/>
                </a:solidFill>
                <a:latin typeface="Nokia Pure Text Light" panose="020B0403020202020204" pitchFamily="34" charset="0"/>
                <a:ea typeface="Nokia Pure Text Light" panose="020B0403020202020204" pitchFamily="34" charset="0"/>
              </a:defRPr>
            </a:lvl1pPr>
          </a:lstStyle>
          <a:p>
            <a:pPr lvl="0"/>
            <a:r>
              <a:rPr lang="en-US"/>
              <a:t>Click to edit Master text styles</a:t>
            </a:r>
          </a:p>
        </p:txBody>
      </p:sp>
      <p:cxnSp>
        <p:nvCxnSpPr>
          <p:cNvPr id="2" name="Straight Connector 1">
            <a:extLst>
              <a:ext uri="{FF2B5EF4-FFF2-40B4-BE49-F238E27FC236}">
                <a16:creationId xmlns:a16="http://schemas.microsoft.com/office/drawing/2014/main" id="{BE794429-E1E5-FB82-7B63-0A97C77621D6}"/>
              </a:ext>
            </a:extLst>
          </p:cNvPr>
          <p:cNvCxnSpPr>
            <a:cxnSpLocks/>
          </p:cNvCxnSpPr>
          <p:nvPr userDrawn="1"/>
        </p:nvCxnSpPr>
        <p:spPr>
          <a:xfrm>
            <a:off x="1871480" y="6457200"/>
            <a:ext cx="0" cy="192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6" name="Picture 5" descr="Icon&#10;&#10;Description automatically generated">
            <a:extLst>
              <a:ext uri="{FF2B5EF4-FFF2-40B4-BE49-F238E27FC236}">
                <a16:creationId xmlns:a16="http://schemas.microsoft.com/office/drawing/2014/main" id="{C49BC0B2-8B2B-3EBB-CDB6-0EAE64E0E7C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15937" y="6157420"/>
            <a:ext cx="1017249" cy="484800"/>
          </a:xfrm>
          <a:prstGeom prst="rect">
            <a:avLst/>
          </a:prstGeom>
        </p:spPr>
      </p:pic>
    </p:spTree>
    <p:extLst>
      <p:ext uri="{BB962C8B-B14F-4D97-AF65-F5344CB8AC3E}">
        <p14:creationId xmlns:p14="http://schemas.microsoft.com/office/powerpoint/2010/main" val="171440072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7.6 - Divider Pink1">
    <p:spTree>
      <p:nvGrpSpPr>
        <p:cNvPr id="1" name=""/>
        <p:cNvGrpSpPr/>
        <p:nvPr/>
      </p:nvGrpSpPr>
      <p:grpSpPr>
        <a:xfrm>
          <a:off x="0" y="0"/>
          <a:ext cx="0" cy="0"/>
          <a:chOff x="0" y="0"/>
          <a:chExt cx="0" cy="0"/>
        </a:xfrm>
      </p:grpSpPr>
      <p:pic>
        <p:nvPicPr>
          <p:cNvPr id="6" name="Picture 5" descr="Background pattern&#10;&#10;Description automatically generated">
            <a:extLst>
              <a:ext uri="{FF2B5EF4-FFF2-40B4-BE49-F238E27FC236}">
                <a16:creationId xmlns:a16="http://schemas.microsoft.com/office/drawing/2014/main" id="{2FD17980-F783-4A27-87DC-42985B6C77B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3" name="Text Placeholder 42">
            <a:extLst>
              <a:ext uri="{FF2B5EF4-FFF2-40B4-BE49-F238E27FC236}">
                <a16:creationId xmlns:a16="http://schemas.microsoft.com/office/drawing/2014/main" id="{522A1BAB-7805-96E3-BA5B-3E8B26D8AA37}"/>
              </a:ext>
            </a:extLst>
          </p:cNvPr>
          <p:cNvSpPr>
            <a:spLocks noGrp="1"/>
          </p:cNvSpPr>
          <p:nvPr>
            <p:ph type="body" sz="quarter" idx="11" hasCustomPrompt="1"/>
          </p:nvPr>
        </p:nvSpPr>
        <p:spPr>
          <a:xfrm>
            <a:off x="556800" y="1440000"/>
            <a:ext cx="11078400" cy="2347335"/>
          </a:xfrm>
          <a:prstGeom prst="rect">
            <a:avLst/>
          </a:prstGeom>
        </p:spPr>
        <p:txBody>
          <a:bodyPr lIns="0" tIns="0" rIns="0" bIns="0"/>
          <a:lstStyle>
            <a:lvl1pPr marL="0" indent="0">
              <a:buNone/>
              <a:defRPr sz="5867" baseline="0">
                <a:solidFill>
                  <a:schemeClr val="bg1"/>
                </a:solidFill>
                <a:latin typeface="Nokia Pure Headline Light" panose="020B0304020202020204" pitchFamily="34" charset="0"/>
              </a:defRPr>
            </a:lvl1pPr>
          </a:lstStyle>
          <a:p>
            <a:pPr lvl="0"/>
            <a:r>
              <a:rPr lang="en-US" noProof="0"/>
              <a:t>Divider pages </a:t>
            </a:r>
            <a:br>
              <a:rPr lang="en-US" noProof="0"/>
            </a:br>
            <a:r>
              <a:rPr lang="en-US" noProof="0"/>
              <a:t>or large quotes</a:t>
            </a:r>
          </a:p>
        </p:txBody>
      </p:sp>
      <p:sp>
        <p:nvSpPr>
          <p:cNvPr id="13" name="TextBox 12">
            <a:extLst>
              <a:ext uri="{FF2B5EF4-FFF2-40B4-BE49-F238E27FC236}">
                <a16:creationId xmlns:a16="http://schemas.microsoft.com/office/drawing/2014/main" id="{C4C0B05D-F0F7-15F3-4C17-EED0899C7AFB}"/>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4" name="Slide Number Placeholder 5">
            <a:extLst>
              <a:ext uri="{FF2B5EF4-FFF2-40B4-BE49-F238E27FC236}">
                <a16:creationId xmlns:a16="http://schemas.microsoft.com/office/drawing/2014/main" id="{49857B24-CF63-C1F9-6FBA-114618B4AAB6}"/>
              </a:ext>
            </a:extLst>
          </p:cNvPr>
          <p:cNvSpPr txBox="1">
            <a:spLocks/>
          </p:cNvSpPr>
          <p:nvPr userDrawn="1"/>
        </p:nvSpPr>
        <p:spPr>
          <a:xfrm>
            <a:off x="558803" y="6478009"/>
            <a:ext cx="166712"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5" name="Footer Placeholder 2">
            <a:extLst>
              <a:ext uri="{FF2B5EF4-FFF2-40B4-BE49-F238E27FC236}">
                <a16:creationId xmlns:a16="http://schemas.microsoft.com/office/drawing/2014/main" id="{39CB5136-AC36-0B5E-A3A9-2D5B7B13CF90}"/>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endParaRPr lang="en-US" dirty="0"/>
          </a:p>
        </p:txBody>
      </p:sp>
      <p:sp>
        <p:nvSpPr>
          <p:cNvPr id="4" name="Text Placeholder 42">
            <a:extLst>
              <a:ext uri="{FF2B5EF4-FFF2-40B4-BE49-F238E27FC236}">
                <a16:creationId xmlns:a16="http://schemas.microsoft.com/office/drawing/2014/main" id="{45165F11-ACDF-2F83-0960-B38B3A16DAD5}"/>
              </a:ext>
            </a:extLst>
          </p:cNvPr>
          <p:cNvSpPr>
            <a:spLocks noGrp="1"/>
          </p:cNvSpPr>
          <p:nvPr>
            <p:ph type="body" sz="quarter" idx="12"/>
          </p:nvPr>
        </p:nvSpPr>
        <p:spPr>
          <a:xfrm>
            <a:off x="556800" y="4215295"/>
            <a:ext cx="11078400" cy="1477960"/>
          </a:xfrm>
          <a:prstGeom prst="rect">
            <a:avLst/>
          </a:prstGeom>
        </p:spPr>
        <p:txBody>
          <a:bodyPr lIns="0" tIns="0" rIns="0" bIns="0"/>
          <a:lstStyle>
            <a:lvl1pPr marL="0" indent="0">
              <a:buNone/>
              <a:defRPr sz="2133" baseline="0">
                <a:solidFill>
                  <a:schemeClr val="bg1"/>
                </a:solidFill>
                <a:latin typeface="Nokia Pure Text Light" panose="020B0403020202020204" pitchFamily="34" charset="0"/>
                <a:ea typeface="Nokia Pure Text Light" panose="020B0403020202020204" pitchFamily="34" charset="0"/>
              </a:defRPr>
            </a:lvl1pPr>
          </a:lstStyle>
          <a:p>
            <a:pPr lvl="0"/>
            <a:r>
              <a:rPr lang="en-US"/>
              <a:t>Click to edit Master text styles</a:t>
            </a:r>
          </a:p>
        </p:txBody>
      </p:sp>
      <p:cxnSp>
        <p:nvCxnSpPr>
          <p:cNvPr id="2" name="Straight Connector 1">
            <a:extLst>
              <a:ext uri="{FF2B5EF4-FFF2-40B4-BE49-F238E27FC236}">
                <a16:creationId xmlns:a16="http://schemas.microsoft.com/office/drawing/2014/main" id="{2EB5D894-EDB4-4163-1A2E-B13CED147E53}"/>
              </a:ext>
            </a:extLst>
          </p:cNvPr>
          <p:cNvCxnSpPr>
            <a:cxnSpLocks/>
          </p:cNvCxnSpPr>
          <p:nvPr userDrawn="1"/>
        </p:nvCxnSpPr>
        <p:spPr>
          <a:xfrm>
            <a:off x="1871480" y="6457200"/>
            <a:ext cx="0" cy="192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7" name="Picture 6" descr="Icon&#10;&#10;Description automatically generated">
            <a:extLst>
              <a:ext uri="{FF2B5EF4-FFF2-40B4-BE49-F238E27FC236}">
                <a16:creationId xmlns:a16="http://schemas.microsoft.com/office/drawing/2014/main" id="{285EBC4A-70BE-D7C6-A8B6-A6C85F11F90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15937" y="6157420"/>
            <a:ext cx="1017249" cy="484800"/>
          </a:xfrm>
          <a:prstGeom prst="rect">
            <a:avLst/>
          </a:prstGeom>
        </p:spPr>
      </p:pic>
    </p:spTree>
    <p:extLst>
      <p:ext uri="{BB962C8B-B14F-4D97-AF65-F5344CB8AC3E}">
        <p14:creationId xmlns:p14="http://schemas.microsoft.com/office/powerpoint/2010/main" val="9508399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7.7 - Divider Orange1">
    <p:spTree>
      <p:nvGrpSpPr>
        <p:cNvPr id="1" name=""/>
        <p:cNvGrpSpPr/>
        <p:nvPr/>
      </p:nvGrpSpPr>
      <p:grpSpPr>
        <a:xfrm>
          <a:off x="0" y="0"/>
          <a:ext cx="0" cy="0"/>
          <a:chOff x="0" y="0"/>
          <a:chExt cx="0" cy="0"/>
        </a:xfrm>
      </p:grpSpPr>
      <p:pic>
        <p:nvPicPr>
          <p:cNvPr id="6" name="Picture 5" descr="Background pattern&#10;&#10;Description automatically generated">
            <a:extLst>
              <a:ext uri="{FF2B5EF4-FFF2-40B4-BE49-F238E27FC236}">
                <a16:creationId xmlns:a16="http://schemas.microsoft.com/office/drawing/2014/main" id="{734BF0FE-66B0-30DC-7C7E-0C60AC62082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4" name="Text Placeholder 42">
            <a:extLst>
              <a:ext uri="{FF2B5EF4-FFF2-40B4-BE49-F238E27FC236}">
                <a16:creationId xmlns:a16="http://schemas.microsoft.com/office/drawing/2014/main" id="{915CB6A6-17E7-3E33-E841-80BBD7036B36}"/>
              </a:ext>
            </a:extLst>
          </p:cNvPr>
          <p:cNvSpPr>
            <a:spLocks noGrp="1"/>
          </p:cNvSpPr>
          <p:nvPr>
            <p:ph type="body" sz="quarter" idx="11" hasCustomPrompt="1"/>
          </p:nvPr>
        </p:nvSpPr>
        <p:spPr>
          <a:xfrm>
            <a:off x="556800" y="1440000"/>
            <a:ext cx="11078400" cy="2347335"/>
          </a:xfrm>
          <a:prstGeom prst="rect">
            <a:avLst/>
          </a:prstGeom>
        </p:spPr>
        <p:txBody>
          <a:bodyPr lIns="0" tIns="0" rIns="0" bIns="0"/>
          <a:lstStyle>
            <a:lvl1pPr marL="0" indent="0">
              <a:buNone/>
              <a:defRPr sz="5867" baseline="0">
                <a:solidFill>
                  <a:schemeClr val="bg1"/>
                </a:solidFill>
                <a:latin typeface="Nokia Pure Headline Light" panose="020B0304020202020204" pitchFamily="34" charset="0"/>
              </a:defRPr>
            </a:lvl1pPr>
          </a:lstStyle>
          <a:p>
            <a:pPr lvl="0"/>
            <a:r>
              <a:rPr lang="en-US" noProof="0"/>
              <a:t>Divider pages </a:t>
            </a:r>
            <a:br>
              <a:rPr lang="en-US" noProof="0"/>
            </a:br>
            <a:r>
              <a:rPr lang="en-US" noProof="0"/>
              <a:t>or large quotes</a:t>
            </a:r>
          </a:p>
        </p:txBody>
      </p:sp>
      <p:sp>
        <p:nvSpPr>
          <p:cNvPr id="13" name="TextBox 12">
            <a:extLst>
              <a:ext uri="{FF2B5EF4-FFF2-40B4-BE49-F238E27FC236}">
                <a16:creationId xmlns:a16="http://schemas.microsoft.com/office/drawing/2014/main" id="{849B4D71-50D7-0502-EF7E-5AAF38E8659C}"/>
              </a:ext>
            </a:extLst>
          </p:cNvPr>
          <p:cNvSpPr txBox="1"/>
          <p:nvPr userDrawn="1"/>
        </p:nvSpPr>
        <p:spPr>
          <a:xfrm>
            <a:off x="906705" y="6478074"/>
            <a:ext cx="842111" cy="164148"/>
          </a:xfrm>
          <a:prstGeom prst="rect">
            <a:avLst/>
          </a:prstGeom>
          <a:noFill/>
        </p:spPr>
        <p:txBody>
          <a:bodyPr wrap="none" lIns="0" tIns="0" rIns="0" bIns="0" anchor="b" anchorCtr="0">
            <a:noAutofit/>
          </a:bodyPr>
          <a:lstStyle/>
          <a:p>
            <a:r>
              <a:rPr lang="en-US" sz="1067"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4" name="Slide Number Placeholder 5">
            <a:extLst>
              <a:ext uri="{FF2B5EF4-FFF2-40B4-BE49-F238E27FC236}">
                <a16:creationId xmlns:a16="http://schemas.microsoft.com/office/drawing/2014/main" id="{4256B84B-A641-FF3B-04A5-7875DE216F37}"/>
              </a:ext>
            </a:extLst>
          </p:cNvPr>
          <p:cNvSpPr txBox="1">
            <a:spLocks/>
          </p:cNvSpPr>
          <p:nvPr userDrawn="1"/>
        </p:nvSpPr>
        <p:spPr>
          <a:xfrm>
            <a:off x="558803" y="6478009"/>
            <a:ext cx="166712" cy="164212"/>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1067"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sz="1333"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5" name="Footer Placeholder 2">
            <a:extLst>
              <a:ext uri="{FF2B5EF4-FFF2-40B4-BE49-F238E27FC236}">
                <a16:creationId xmlns:a16="http://schemas.microsoft.com/office/drawing/2014/main" id="{DB5AF0F0-B002-CB3B-6A1E-945904E802DD}"/>
              </a:ext>
            </a:extLst>
          </p:cNvPr>
          <p:cNvSpPr>
            <a:spLocks noGrp="1"/>
          </p:cNvSpPr>
          <p:nvPr>
            <p:ph type="ftr" sz="quarter" idx="3"/>
          </p:nvPr>
        </p:nvSpPr>
        <p:spPr>
          <a:xfrm>
            <a:off x="2006147" y="6478073"/>
            <a:ext cx="3840000" cy="163200"/>
          </a:xfrm>
          <a:prstGeom prst="rect">
            <a:avLst/>
          </a:prstGeom>
        </p:spPr>
        <p:txBody>
          <a:bodyPr vert="horz" wrap="none" lIns="0" tIns="0" rIns="0" bIns="0" rtlCol="0" anchor="b" anchorCtr="0">
            <a:noAutofit/>
          </a:bodyPr>
          <a:lstStyle>
            <a:lvl1pPr marL="0" algn="l" defTabSz="609585" rtl="0" eaLnBrk="1" latinLnBrk="0" hangingPunct="1">
              <a:defRPr lang="en-GB" sz="1067"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Nokia internal use</a:t>
            </a:r>
            <a:endParaRPr lang="en-US" dirty="0"/>
          </a:p>
        </p:txBody>
      </p:sp>
      <p:sp>
        <p:nvSpPr>
          <p:cNvPr id="3" name="Text Placeholder 42">
            <a:extLst>
              <a:ext uri="{FF2B5EF4-FFF2-40B4-BE49-F238E27FC236}">
                <a16:creationId xmlns:a16="http://schemas.microsoft.com/office/drawing/2014/main" id="{BFB53FB7-1753-80D0-CDCE-10664D914FBD}"/>
              </a:ext>
            </a:extLst>
          </p:cNvPr>
          <p:cNvSpPr>
            <a:spLocks noGrp="1"/>
          </p:cNvSpPr>
          <p:nvPr>
            <p:ph type="body" sz="quarter" idx="12"/>
          </p:nvPr>
        </p:nvSpPr>
        <p:spPr>
          <a:xfrm>
            <a:off x="556800" y="4215295"/>
            <a:ext cx="11078400" cy="1477960"/>
          </a:xfrm>
          <a:prstGeom prst="rect">
            <a:avLst/>
          </a:prstGeom>
        </p:spPr>
        <p:txBody>
          <a:bodyPr lIns="0" tIns="0" rIns="0" bIns="0"/>
          <a:lstStyle>
            <a:lvl1pPr marL="0" indent="0">
              <a:buNone/>
              <a:defRPr sz="2133" baseline="0">
                <a:solidFill>
                  <a:schemeClr val="bg1"/>
                </a:solidFill>
                <a:latin typeface="Nokia Pure Text Light" panose="020B0403020202020204" pitchFamily="34" charset="0"/>
                <a:ea typeface="Nokia Pure Text Light" panose="020B0403020202020204" pitchFamily="34" charset="0"/>
              </a:defRPr>
            </a:lvl1pPr>
          </a:lstStyle>
          <a:p>
            <a:pPr lvl="0"/>
            <a:r>
              <a:rPr lang="en-US"/>
              <a:t>Click to edit Master text styles</a:t>
            </a:r>
          </a:p>
        </p:txBody>
      </p:sp>
      <p:cxnSp>
        <p:nvCxnSpPr>
          <p:cNvPr id="2" name="Straight Connector 1">
            <a:extLst>
              <a:ext uri="{FF2B5EF4-FFF2-40B4-BE49-F238E27FC236}">
                <a16:creationId xmlns:a16="http://schemas.microsoft.com/office/drawing/2014/main" id="{314D2010-F695-A04D-EBC0-D0464C30EF46}"/>
              </a:ext>
            </a:extLst>
          </p:cNvPr>
          <p:cNvCxnSpPr>
            <a:cxnSpLocks/>
          </p:cNvCxnSpPr>
          <p:nvPr userDrawn="1"/>
        </p:nvCxnSpPr>
        <p:spPr>
          <a:xfrm>
            <a:off x="1871480" y="6457200"/>
            <a:ext cx="0" cy="192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7" name="Picture 6" descr="Icon&#10;&#10;Description automatically generated">
            <a:extLst>
              <a:ext uri="{FF2B5EF4-FFF2-40B4-BE49-F238E27FC236}">
                <a16:creationId xmlns:a16="http://schemas.microsoft.com/office/drawing/2014/main" id="{C8C803A5-93F7-94B2-027A-41E534EBF95C}"/>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15937" y="6157420"/>
            <a:ext cx="1017249" cy="484800"/>
          </a:xfrm>
          <a:prstGeom prst="rect">
            <a:avLst/>
          </a:prstGeom>
        </p:spPr>
      </p:pic>
    </p:spTree>
    <p:extLst>
      <p:ext uri="{BB962C8B-B14F-4D97-AF65-F5344CB8AC3E}">
        <p14:creationId xmlns:p14="http://schemas.microsoft.com/office/powerpoint/2010/main" val="405313638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8.1 - End BlueGreen2">
    <p:bg>
      <p:bgPr>
        <a:solidFill>
          <a:schemeClr val="tx1"/>
        </a:solidFill>
        <a:effectLst/>
      </p:bgPr>
    </p:bg>
    <p:spTree>
      <p:nvGrpSpPr>
        <p:cNvPr id="1" name=""/>
        <p:cNvGrpSpPr/>
        <p:nvPr/>
      </p:nvGrpSpPr>
      <p:grpSpPr>
        <a:xfrm>
          <a:off x="0" y="0"/>
          <a:ext cx="0" cy="0"/>
          <a:chOff x="0" y="0"/>
          <a:chExt cx="0" cy="0"/>
        </a:xfrm>
      </p:grpSpPr>
      <p:pic>
        <p:nvPicPr>
          <p:cNvPr id="2" name="Picture 1" descr="Background pattern&#10;&#10;Description automatically generated">
            <a:extLst>
              <a:ext uri="{FF2B5EF4-FFF2-40B4-BE49-F238E27FC236}">
                <a16:creationId xmlns:a16="http://schemas.microsoft.com/office/drawing/2014/main" id="{3A71822B-C712-A4E6-919B-405BA7F21A5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pic>
        <p:nvPicPr>
          <p:cNvPr id="3" name="Picture 2">
            <a:extLst>
              <a:ext uri="{FF2B5EF4-FFF2-40B4-BE49-F238E27FC236}">
                <a16:creationId xmlns:a16="http://schemas.microsoft.com/office/drawing/2014/main" id="{6C29765E-7F2C-B17B-0281-56F38BFCD18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93600" y="2198400"/>
            <a:ext cx="5066101" cy="2414400"/>
          </a:xfrm>
          <a:prstGeom prst="rect">
            <a:avLst/>
          </a:prstGeom>
        </p:spPr>
      </p:pic>
    </p:spTree>
    <p:extLst>
      <p:ext uri="{BB962C8B-B14F-4D97-AF65-F5344CB8AC3E}">
        <p14:creationId xmlns:p14="http://schemas.microsoft.com/office/powerpoint/2010/main" val="106873871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8.3 - End BlueGreen5">
    <p:bg>
      <p:bgPr>
        <a:solidFill>
          <a:schemeClr val="tx1"/>
        </a:solidFill>
        <a:effectLst/>
      </p:bgPr>
    </p:bg>
    <p:spTree>
      <p:nvGrpSpPr>
        <p:cNvPr id="1" name=""/>
        <p:cNvGrpSpPr/>
        <p:nvPr/>
      </p:nvGrpSpPr>
      <p:grpSpPr>
        <a:xfrm>
          <a:off x="0" y="0"/>
          <a:ext cx="0" cy="0"/>
          <a:chOff x="0" y="0"/>
          <a:chExt cx="0" cy="0"/>
        </a:xfrm>
      </p:grpSpPr>
      <p:pic>
        <p:nvPicPr>
          <p:cNvPr id="2" name="Picture 1" descr="Background pattern&#10;&#10;Description automatically generated">
            <a:extLst>
              <a:ext uri="{FF2B5EF4-FFF2-40B4-BE49-F238E27FC236}">
                <a16:creationId xmlns:a16="http://schemas.microsoft.com/office/drawing/2014/main" id="{408FFEE3-9429-FB20-94DA-036B3BA28AF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pic>
        <p:nvPicPr>
          <p:cNvPr id="3" name="Picture 2">
            <a:extLst>
              <a:ext uri="{FF2B5EF4-FFF2-40B4-BE49-F238E27FC236}">
                <a16:creationId xmlns:a16="http://schemas.microsoft.com/office/drawing/2014/main" id="{ECEC9323-964A-6961-8E6A-B60A79C0C22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93600" y="2198400"/>
            <a:ext cx="5066101" cy="2414400"/>
          </a:xfrm>
          <a:prstGeom prst="rect">
            <a:avLst/>
          </a:prstGeom>
        </p:spPr>
      </p:pic>
    </p:spTree>
    <p:extLst>
      <p:ext uri="{BB962C8B-B14F-4D97-AF65-F5344CB8AC3E}">
        <p14:creationId xmlns:p14="http://schemas.microsoft.com/office/powerpoint/2010/main" val="123875758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8.4 - End PurpleBlue2">
    <p:bg>
      <p:bgPr>
        <a:solidFill>
          <a:schemeClr val="tx1"/>
        </a:solidFill>
        <a:effectLst/>
      </p:bgPr>
    </p:bg>
    <p:spTree>
      <p:nvGrpSpPr>
        <p:cNvPr id="1" name=""/>
        <p:cNvGrpSpPr/>
        <p:nvPr/>
      </p:nvGrpSpPr>
      <p:grpSpPr>
        <a:xfrm>
          <a:off x="0" y="0"/>
          <a:ext cx="0" cy="0"/>
          <a:chOff x="0" y="0"/>
          <a:chExt cx="0" cy="0"/>
        </a:xfrm>
      </p:grpSpPr>
      <p:pic>
        <p:nvPicPr>
          <p:cNvPr id="9" name="Picture 8" descr="Background pattern&#10;&#10;Description automatically generated">
            <a:extLst>
              <a:ext uri="{FF2B5EF4-FFF2-40B4-BE49-F238E27FC236}">
                <a16:creationId xmlns:a16="http://schemas.microsoft.com/office/drawing/2014/main" id="{3465075C-3A04-8F21-2D96-F11146239A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pic>
        <p:nvPicPr>
          <p:cNvPr id="3" name="Picture 2">
            <a:extLst>
              <a:ext uri="{FF2B5EF4-FFF2-40B4-BE49-F238E27FC236}">
                <a16:creationId xmlns:a16="http://schemas.microsoft.com/office/drawing/2014/main" id="{316DE3BF-7777-0490-C2A7-5AFB00C6E1D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93600" y="2198400"/>
            <a:ext cx="5066101" cy="2414400"/>
          </a:xfrm>
          <a:prstGeom prst="rect">
            <a:avLst/>
          </a:prstGeom>
        </p:spPr>
      </p:pic>
    </p:spTree>
    <p:extLst>
      <p:ext uri="{BB962C8B-B14F-4D97-AF65-F5344CB8AC3E}">
        <p14:creationId xmlns:p14="http://schemas.microsoft.com/office/powerpoint/2010/main" val="6628532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8.5 - End BluePink1">
    <p:bg>
      <p:bgPr>
        <a:solidFill>
          <a:schemeClr val="tx1"/>
        </a:solidFill>
        <a:effectLst/>
      </p:bgPr>
    </p:bg>
    <p:spTree>
      <p:nvGrpSpPr>
        <p:cNvPr id="1" name=""/>
        <p:cNvGrpSpPr/>
        <p:nvPr/>
      </p:nvGrpSpPr>
      <p:grpSpPr>
        <a:xfrm>
          <a:off x="0" y="0"/>
          <a:ext cx="0" cy="0"/>
          <a:chOff x="0" y="0"/>
          <a:chExt cx="0" cy="0"/>
        </a:xfrm>
      </p:grpSpPr>
      <p:pic>
        <p:nvPicPr>
          <p:cNvPr id="2" name="Picture 1" descr="Background pattern&#10;&#10;Description automatically generated">
            <a:extLst>
              <a:ext uri="{FF2B5EF4-FFF2-40B4-BE49-F238E27FC236}">
                <a16:creationId xmlns:a16="http://schemas.microsoft.com/office/drawing/2014/main" id="{439F40A4-C4FE-CE81-4DDE-1096BF05B17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pic>
        <p:nvPicPr>
          <p:cNvPr id="3" name="Picture 2">
            <a:extLst>
              <a:ext uri="{FF2B5EF4-FFF2-40B4-BE49-F238E27FC236}">
                <a16:creationId xmlns:a16="http://schemas.microsoft.com/office/drawing/2014/main" id="{D9A120A1-103E-9D5F-7D1D-6423CDFF9DA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93600" y="2198400"/>
            <a:ext cx="5066101" cy="2414400"/>
          </a:xfrm>
          <a:prstGeom prst="rect">
            <a:avLst/>
          </a:prstGeom>
        </p:spPr>
      </p:pic>
    </p:spTree>
    <p:extLst>
      <p:ext uri="{BB962C8B-B14F-4D97-AF65-F5344CB8AC3E}">
        <p14:creationId xmlns:p14="http://schemas.microsoft.com/office/powerpoint/2010/main" val="184226974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8.6 - End Pink1">
    <p:bg>
      <p:bgPr>
        <a:solidFill>
          <a:schemeClr val="tx1"/>
        </a:solidFill>
        <a:effectLst/>
      </p:bgPr>
    </p:bg>
    <p:spTree>
      <p:nvGrpSpPr>
        <p:cNvPr id="1" name=""/>
        <p:cNvGrpSpPr/>
        <p:nvPr/>
      </p:nvGrpSpPr>
      <p:grpSpPr>
        <a:xfrm>
          <a:off x="0" y="0"/>
          <a:ext cx="0" cy="0"/>
          <a:chOff x="0" y="0"/>
          <a:chExt cx="0" cy="0"/>
        </a:xfrm>
      </p:grpSpPr>
      <p:pic>
        <p:nvPicPr>
          <p:cNvPr id="9" name="Picture 8" descr="Background pattern&#10;&#10;Description automatically generated">
            <a:extLst>
              <a:ext uri="{FF2B5EF4-FFF2-40B4-BE49-F238E27FC236}">
                <a16:creationId xmlns:a16="http://schemas.microsoft.com/office/drawing/2014/main" id="{21011232-FEC1-556E-5D81-2627C46F6DF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pic>
        <p:nvPicPr>
          <p:cNvPr id="3" name="Picture 2">
            <a:extLst>
              <a:ext uri="{FF2B5EF4-FFF2-40B4-BE49-F238E27FC236}">
                <a16:creationId xmlns:a16="http://schemas.microsoft.com/office/drawing/2014/main" id="{1EE57701-5D93-7321-C659-BD0776DA8EB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93600" y="2198400"/>
            <a:ext cx="5066101" cy="2414400"/>
          </a:xfrm>
          <a:prstGeom prst="rect">
            <a:avLst/>
          </a:prstGeom>
        </p:spPr>
      </p:pic>
    </p:spTree>
    <p:extLst>
      <p:ext uri="{BB962C8B-B14F-4D97-AF65-F5344CB8AC3E}">
        <p14:creationId xmlns:p14="http://schemas.microsoft.com/office/powerpoint/2010/main" val="384955029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8.7 - Divider Orange1">
    <p:bg>
      <p:bgPr>
        <a:solidFill>
          <a:schemeClr val="tx1"/>
        </a:solidFill>
        <a:effectLst/>
      </p:bgPr>
    </p:bg>
    <p:spTree>
      <p:nvGrpSpPr>
        <p:cNvPr id="1" name=""/>
        <p:cNvGrpSpPr/>
        <p:nvPr/>
      </p:nvGrpSpPr>
      <p:grpSpPr>
        <a:xfrm>
          <a:off x="0" y="0"/>
          <a:ext cx="0" cy="0"/>
          <a:chOff x="0" y="0"/>
          <a:chExt cx="0" cy="0"/>
        </a:xfrm>
      </p:grpSpPr>
      <p:pic>
        <p:nvPicPr>
          <p:cNvPr id="9" name="Picture 8" descr="Background pattern&#10;&#10;Description automatically generated">
            <a:extLst>
              <a:ext uri="{FF2B5EF4-FFF2-40B4-BE49-F238E27FC236}">
                <a16:creationId xmlns:a16="http://schemas.microsoft.com/office/drawing/2014/main" id="{AC7C13A4-489B-3211-82FF-868A0A256EF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pic>
        <p:nvPicPr>
          <p:cNvPr id="3" name="Picture 2">
            <a:extLst>
              <a:ext uri="{FF2B5EF4-FFF2-40B4-BE49-F238E27FC236}">
                <a16:creationId xmlns:a16="http://schemas.microsoft.com/office/drawing/2014/main" id="{E4CD636C-50BC-813D-8C70-C021A3721ED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93600" y="2198400"/>
            <a:ext cx="5066101" cy="2414400"/>
          </a:xfrm>
          <a:prstGeom prst="rect">
            <a:avLst/>
          </a:prstGeom>
        </p:spPr>
      </p:pic>
    </p:spTree>
    <p:extLst>
      <p:ext uri="{BB962C8B-B14F-4D97-AF65-F5344CB8AC3E}">
        <p14:creationId xmlns:p14="http://schemas.microsoft.com/office/powerpoint/2010/main" val="316610652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1.8.2 - End BlueGreen3">
    <p:bg>
      <p:bgPr>
        <a:solidFill>
          <a:schemeClr val="tx1"/>
        </a:solidFill>
        <a:effectLst/>
      </p:bgPr>
    </p:bg>
    <p:spTree>
      <p:nvGrpSpPr>
        <p:cNvPr id="1" name=""/>
        <p:cNvGrpSpPr/>
        <p:nvPr/>
      </p:nvGrpSpPr>
      <p:grpSpPr>
        <a:xfrm>
          <a:off x="0" y="0"/>
          <a:ext cx="0" cy="0"/>
          <a:chOff x="0" y="0"/>
          <a:chExt cx="0" cy="0"/>
        </a:xfrm>
      </p:grpSpPr>
      <p:pic>
        <p:nvPicPr>
          <p:cNvPr id="2" name="Picture 1" descr="Background pattern&#10;&#10;Description automatically generated">
            <a:extLst>
              <a:ext uri="{FF2B5EF4-FFF2-40B4-BE49-F238E27FC236}">
                <a16:creationId xmlns:a16="http://schemas.microsoft.com/office/drawing/2014/main" id="{0EF89375-E21D-F63F-06A8-C59355F1254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pic>
        <p:nvPicPr>
          <p:cNvPr id="3" name="Picture 2">
            <a:extLst>
              <a:ext uri="{FF2B5EF4-FFF2-40B4-BE49-F238E27FC236}">
                <a16:creationId xmlns:a16="http://schemas.microsoft.com/office/drawing/2014/main" id="{8C930ED2-8DA8-EDDB-F5FC-06193DCAC90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93600" y="2198400"/>
            <a:ext cx="5066101" cy="2414400"/>
          </a:xfrm>
          <a:prstGeom prst="rect">
            <a:avLst/>
          </a:prstGeom>
        </p:spPr>
      </p:pic>
    </p:spTree>
    <p:extLst>
      <p:ext uri="{BB962C8B-B14F-4D97-AF65-F5344CB8AC3E}">
        <p14:creationId xmlns:p14="http://schemas.microsoft.com/office/powerpoint/2010/main" val="255296571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1.8.8 - Divider White">
    <p:bg>
      <p:bgPr>
        <a:solidFill>
          <a:schemeClr val="bg1"/>
        </a:solidFill>
        <a:effectLst/>
      </p:bgPr>
    </p:bg>
    <p:spTree>
      <p:nvGrpSpPr>
        <p:cNvPr id="1" name=""/>
        <p:cNvGrpSpPr/>
        <p:nvPr/>
      </p:nvGrpSpPr>
      <p:grpSpPr>
        <a:xfrm>
          <a:off x="0" y="0"/>
          <a:ext cx="0" cy="0"/>
          <a:chOff x="0" y="0"/>
          <a:chExt cx="0" cy="0"/>
        </a:xfrm>
      </p:grpSpPr>
      <p:pic>
        <p:nvPicPr>
          <p:cNvPr id="2" name="Picture 1" descr="Logo, icon&#10;&#10;Description automatically generated">
            <a:extLst>
              <a:ext uri="{FF2B5EF4-FFF2-40B4-BE49-F238E27FC236}">
                <a16:creationId xmlns:a16="http://schemas.microsoft.com/office/drawing/2014/main" id="{B06A5004-39BB-9DF5-83D9-F6646DB51C5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93600" y="2198400"/>
            <a:ext cx="5066101" cy="2414400"/>
          </a:xfrm>
          <a:prstGeom prst="rect">
            <a:avLst/>
          </a:prstGeom>
        </p:spPr>
      </p:pic>
    </p:spTree>
    <p:extLst>
      <p:ext uri="{BB962C8B-B14F-4D97-AF65-F5344CB8AC3E}">
        <p14:creationId xmlns:p14="http://schemas.microsoft.com/office/powerpoint/2010/main" val="326828269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Relationship Id="rId14" Type="http://schemas.openxmlformats.org/officeDocument/2006/relationships/slideLayout" Target="../slideLayouts/slideLayout25.xml"/><Relationship Id="rId15" Type="http://schemas.openxmlformats.org/officeDocument/2006/relationships/slideLayout" Target="../slideLayouts/slideLayout26.xml"/><Relationship Id="rId16" Type="http://schemas.openxmlformats.org/officeDocument/2006/relationships/slideLayout" Target="../slideLayouts/slideLayout27.xml"/><Relationship Id="rId17" Type="http://schemas.openxmlformats.org/officeDocument/2006/relationships/slideLayout" Target="../slideLayouts/slideLayout28.xml"/><Relationship Id="rId18" Type="http://schemas.openxmlformats.org/officeDocument/2006/relationships/slideLayout" Target="../slideLayouts/slideLayout29.xml"/><Relationship Id="rId19" Type="http://schemas.openxmlformats.org/officeDocument/2006/relationships/slideLayout" Target="../slideLayouts/slideLayout30.xml"/><Relationship Id="rId20" Type="http://schemas.openxmlformats.org/officeDocument/2006/relationships/slideLayout" Target="../slideLayouts/slideLayout31.xml"/><Relationship Id="rId21" Type="http://schemas.openxmlformats.org/officeDocument/2006/relationships/slideLayout" Target="../slideLayouts/slideLayout32.xml"/><Relationship Id="rId22" Type="http://schemas.openxmlformats.org/officeDocument/2006/relationships/slideLayout" Target="../slideLayouts/slideLayout33.xml"/><Relationship Id="rId23" Type="http://schemas.openxmlformats.org/officeDocument/2006/relationships/slideLayout" Target="../slideLayouts/slideLayout34.xml"/><Relationship Id="rId24" Type="http://schemas.openxmlformats.org/officeDocument/2006/relationships/slideLayout" Target="../slideLayouts/slideLayout35.xml"/><Relationship Id="rId25" Type="http://schemas.openxmlformats.org/officeDocument/2006/relationships/slideLayout" Target="../slideLayouts/slideLayout36.xml"/><Relationship Id="rId26" Type="http://schemas.openxmlformats.org/officeDocument/2006/relationships/slideLayout" Target="../slideLayouts/slideLayout37.xml"/><Relationship Id="rId27" Type="http://schemas.openxmlformats.org/officeDocument/2006/relationships/slideLayout" Target="../slideLayouts/slideLayout38.xml"/><Relationship Id="rId28" Type="http://schemas.openxmlformats.org/officeDocument/2006/relationships/slideLayout" Target="../slideLayouts/slideLayout39.xml"/><Relationship Id="rId29" Type="http://schemas.openxmlformats.org/officeDocument/2006/relationships/slideLayout" Target="../slideLayouts/slideLayout40.xml"/><Relationship Id="rId30" Type="http://schemas.openxmlformats.org/officeDocument/2006/relationships/slideLayout" Target="../slideLayouts/slideLayout41.xml"/><Relationship Id="rId31" Type="http://schemas.openxmlformats.org/officeDocument/2006/relationships/slideLayout" Target="../slideLayouts/slideLayout42.xml"/><Relationship Id="rId32" Type="http://schemas.openxmlformats.org/officeDocument/2006/relationships/slideLayout" Target="../slideLayouts/slideLayout43.xml"/><Relationship Id="rId33" Type="http://schemas.openxmlformats.org/officeDocument/2006/relationships/slideLayout" Target="../slideLayouts/slideLayout44.xml"/><Relationship Id="rId34" Type="http://schemas.openxmlformats.org/officeDocument/2006/relationships/slideLayout" Target="../slideLayouts/slideLayout45.xml"/><Relationship Id="rId35" Type="http://schemas.openxmlformats.org/officeDocument/2006/relationships/slideLayout" Target="../slideLayouts/slideLayout46.xml"/><Relationship Id="rId36" Type="http://schemas.openxmlformats.org/officeDocument/2006/relationships/slideLayout" Target="../slideLayouts/slideLayout47.xml"/><Relationship Id="rId37" Type="http://schemas.openxmlformats.org/officeDocument/2006/relationships/slideLayout" Target="../slideLayouts/slideLayout48.xml"/><Relationship Id="rId38" Type="http://schemas.openxmlformats.org/officeDocument/2006/relationships/slideLayout" Target="../slideLayouts/slideLayout49.xml"/><Relationship Id="rId39" Type="http://schemas.openxmlformats.org/officeDocument/2006/relationships/slideLayout" Target="../slideLayouts/slideLayout50.xml"/><Relationship Id="rId40" Type="http://schemas.openxmlformats.org/officeDocument/2006/relationships/slideLayout" Target="../slideLayouts/slideLayout51.xml"/><Relationship Id="rId41" Type="http://schemas.openxmlformats.org/officeDocument/2006/relationships/slideLayout" Target="../slideLayouts/slideLayout52.xml"/><Relationship Id="rId42" Type="http://schemas.openxmlformats.org/officeDocument/2006/relationships/slideLayout" Target="../slideLayouts/slideLayout53.xml"/><Relationship Id="rId43" Type="http://schemas.openxmlformats.org/officeDocument/2006/relationships/slideLayout" Target="../slideLayouts/slideLayout54.xml"/><Relationship Id="rId44" Type="http://schemas.openxmlformats.org/officeDocument/2006/relationships/slideLayout" Target="../slideLayouts/slideLayout55.xml"/><Relationship Id="rId45" Type="http://schemas.openxmlformats.org/officeDocument/2006/relationships/slideLayout" Target="../slideLayouts/slideLayout56.xml"/><Relationship Id="rId46" Type="http://schemas.openxmlformats.org/officeDocument/2006/relationships/slideLayout" Target="../slideLayouts/slideLayout57.xml"/><Relationship Id="rId47" Type="http://schemas.openxmlformats.org/officeDocument/2006/relationships/slideLayout" Target="../slideLayouts/slideLayout58.xml"/><Relationship Id="rId48" Type="http://schemas.openxmlformats.org/officeDocument/2006/relationships/slideLayout" Target="../slideLayouts/slideLayout59.xml"/><Relationship Id="rId49" Type="http://schemas.openxmlformats.org/officeDocument/2006/relationships/slideLayout" Target="../slideLayouts/slideLayout60.xml"/><Relationship Id="rId50"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A756DB1-1893-2588-3EB8-FB8AEC9810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IT"/>
          </a:p>
        </p:txBody>
      </p:sp>
      <p:sp>
        <p:nvSpPr>
          <p:cNvPr id="3" name="Text Placeholder 2">
            <a:extLst>
              <a:ext uri="{FF2B5EF4-FFF2-40B4-BE49-F238E27FC236}">
                <a16:creationId xmlns:a16="http://schemas.microsoft.com/office/drawing/2014/main" id="{9E5CE88F-CAB3-40A4-697A-C1BC74A6BF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Date Placeholder 3">
            <a:extLst>
              <a:ext uri="{FF2B5EF4-FFF2-40B4-BE49-F238E27FC236}">
                <a16:creationId xmlns:a16="http://schemas.microsoft.com/office/drawing/2014/main" id="{22056322-A1B2-D5AA-9535-70C236EA1527}"/>
              </a:ext>
            </a:extLst>
          </p:cNvPr>
          <p:cNvSpPr>
            <a:spLocks noGrp="1"/>
          </p:cNvSpPr>
          <p:nvPr>
            <p:ph type="dt" sz="half" idx="2"/>
          </p:nvPr>
        </p:nvSpPr>
        <p:spPr>
          <a:xfrm>
            <a:off x="8610600" y="6356349"/>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B42A8EC-065D-994A-8D55-A1E577DFD1A3}" type="datetime1">
              <a:rPr lang="it-IT" smtClean="0"/>
              <a:t>22/08/26</a:t>
            </a:fld>
            <a:endParaRPr lang="en-IT"/>
          </a:p>
        </p:txBody>
      </p:sp>
      <p:sp>
        <p:nvSpPr>
          <p:cNvPr id="5" name="Footer Placeholder 4">
            <a:extLst>
              <a:ext uri="{FF2B5EF4-FFF2-40B4-BE49-F238E27FC236}">
                <a16:creationId xmlns:a16="http://schemas.microsoft.com/office/drawing/2014/main" id="{1017BD14-B613-799B-7CE1-EAF8F546836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GB"/>
              <a:t>Q. Zhang | Minimizing Power Consumption in IPoWDM Networks with ZR/ZR+</a:t>
            </a:r>
            <a:endParaRPr lang="en-IT"/>
          </a:p>
        </p:txBody>
      </p:sp>
      <p:sp>
        <p:nvSpPr>
          <p:cNvPr id="6" name="Slide Number Placeholder 5">
            <a:extLst>
              <a:ext uri="{FF2B5EF4-FFF2-40B4-BE49-F238E27FC236}">
                <a16:creationId xmlns:a16="http://schemas.microsoft.com/office/drawing/2014/main" id="{7D8D6CF9-F404-7790-F601-47A49BD79627}"/>
              </a:ext>
            </a:extLst>
          </p:cNvPr>
          <p:cNvSpPr>
            <a:spLocks noGrp="1"/>
          </p:cNvSpPr>
          <p:nvPr>
            <p:ph type="sldNum" sz="quarter" idx="4"/>
          </p:nvPr>
        </p:nvSpPr>
        <p:spPr>
          <a:xfrm>
            <a:off x="0" y="6492875"/>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pPr algn="l"/>
            <a:fld id="{A5A6EFC7-8735-7E44-BFA7-969B9F5B451D}" type="slidenum">
              <a:rPr lang="en-IT" smtClean="0"/>
              <a:pPr algn="l"/>
              <a:t>‹#›</a:t>
            </a:fld>
            <a:endParaRPr lang="en-IT" dirty="0"/>
          </a:p>
        </p:txBody>
      </p:sp>
    </p:spTree>
    <p:extLst>
      <p:ext uri="{BB962C8B-B14F-4D97-AF65-F5344CB8AC3E}">
        <p14:creationId xmlns:p14="http://schemas.microsoft.com/office/powerpoint/2010/main" val="34737434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5990219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Lst>
  <p:hf sldNum="0" hdr="0" dt="0"/>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9.png"/><Relationship Id="rId4" Type="http://schemas.openxmlformats.org/officeDocument/2006/relationships/image" Target="../media/image20.png"/><Relationship Id="rId5" Type="http://schemas.microsoft.com/office/2007/relationships/hdphoto" Target="../media/hdphoto1.wdp"/><Relationship Id="rId6" Type="http://schemas.openxmlformats.org/officeDocument/2006/relationships/image" Target="../media/image21.png"/><Relationship Id="rId7" Type="http://schemas.microsoft.com/office/2007/relationships/hdphoto" Target="../media/hdphoto2.wd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54;p13">
            <a:extLst>
              <a:ext uri="{FF2B5EF4-FFF2-40B4-BE49-F238E27FC236}">
                <a16:creationId xmlns:a16="http://schemas.microsoft.com/office/drawing/2014/main" id="{A35DDA13-8241-05A3-C923-0BBF4F839A5C}"/>
              </a:ext>
            </a:extLst>
          </p:cNvPr>
          <p:cNvSpPr txBox="1">
            <a:spLocks/>
          </p:cNvSpPr>
          <p:nvPr/>
        </p:nvSpPr>
        <p:spPr>
          <a:xfrm>
            <a:off x="415600" y="1080647"/>
            <a:ext cx="11360800" cy="1930840"/>
          </a:xfrm>
          <a:prstGeom prst="rect">
            <a:avLst/>
          </a:prstGeom>
        </p:spPr>
        <p:txBody>
          <a:bodyPr spcFirstLastPara="1" vert="horz" wrap="square" lIns="121900" tIns="121900" rIns="121900" bIns="121900"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p:txBody>
      </p:sp>
      <p:pic>
        <p:nvPicPr>
          <p:cNvPr id="6" name="Google Shape;56;p13">
            <a:extLst>
              <a:ext uri="{FF2B5EF4-FFF2-40B4-BE49-F238E27FC236}">
                <a16:creationId xmlns:a16="http://schemas.microsoft.com/office/drawing/2014/main" id="{8BA00BCC-45DB-91CE-DF96-CEC4B49F424B}"/>
              </a:ext>
            </a:extLst>
          </p:cNvPr>
          <p:cNvPicPr preferRelativeResize="0"/>
          <p:nvPr/>
        </p:nvPicPr>
        <p:blipFill>
          <a:blip r:embed="rId3">
            <a:alphaModFix/>
          </a:blip>
          <a:stretch>
            <a:fillRect/>
          </a:stretch>
        </p:blipFill>
        <p:spPr>
          <a:xfrm>
            <a:off x="0" y="0"/>
            <a:ext cx="12192000" cy="1056800"/>
          </a:xfrm>
          <a:prstGeom prst="rect">
            <a:avLst/>
          </a:prstGeom>
          <a:noFill/>
          <a:ln>
            <a:noFill/>
          </a:ln>
        </p:spPr>
      </p:pic>
      <p:pic>
        <p:nvPicPr>
          <p:cNvPr id="7" name="Google Shape;58;p13">
            <a:extLst>
              <a:ext uri="{FF2B5EF4-FFF2-40B4-BE49-F238E27FC236}">
                <a16:creationId xmlns:a16="http://schemas.microsoft.com/office/drawing/2014/main" id="{3E80D904-D97B-158A-561E-FD0FD0F8D4E1}"/>
              </a:ext>
            </a:extLst>
          </p:cNvPr>
          <p:cNvPicPr preferRelativeResize="0"/>
          <p:nvPr/>
        </p:nvPicPr>
        <p:blipFill>
          <a:blip r:embed="rId3">
            <a:alphaModFix/>
          </a:blip>
          <a:stretch>
            <a:fillRect/>
          </a:stretch>
        </p:blipFill>
        <p:spPr>
          <a:xfrm>
            <a:off x="0" y="6329200"/>
            <a:ext cx="12192000" cy="528800"/>
          </a:xfrm>
          <a:prstGeom prst="rect">
            <a:avLst/>
          </a:prstGeom>
          <a:noFill/>
          <a:ln>
            <a:noFill/>
          </a:ln>
        </p:spPr>
      </p:pic>
      <p:sp>
        <p:nvSpPr>
          <p:cNvPr id="8" name="Google Shape;59;p13">
            <a:extLst>
              <a:ext uri="{FF2B5EF4-FFF2-40B4-BE49-F238E27FC236}">
                <a16:creationId xmlns:a16="http://schemas.microsoft.com/office/drawing/2014/main" id="{6380BA05-8101-1416-1C7B-621656F337EF}"/>
              </a:ext>
            </a:extLst>
          </p:cNvPr>
          <p:cNvSpPr txBox="1"/>
          <p:nvPr/>
        </p:nvSpPr>
        <p:spPr>
          <a:xfrm>
            <a:off x="520504" y="4956291"/>
            <a:ext cx="11360800" cy="989974"/>
          </a:xfrm>
          <a:prstGeom prst="rect">
            <a:avLst/>
          </a:prstGeom>
          <a:noFill/>
          <a:ln>
            <a:noFill/>
          </a:ln>
        </p:spPr>
        <p:txBody>
          <a:bodyPr spcFirstLastPara="1" wrap="square" lIns="121900" tIns="121900" rIns="121900" bIns="121900" numCol="1" anchor="t" anchorCtr="0">
            <a:spAutoFit/>
          </a:bodyPr>
          <a:lstStyle/>
          <a:p/>
        </p:txBody>
      </p:sp>
      <p:sp>
        <p:nvSpPr>
          <p:cNvPr id="9" name="Google Shape;60;p13">
            <a:extLst>
              <a:ext uri="{FF2B5EF4-FFF2-40B4-BE49-F238E27FC236}">
                <a16:creationId xmlns:a16="http://schemas.microsoft.com/office/drawing/2014/main" id="{4D143047-4F4D-CBE4-149B-59898FF003CA}"/>
              </a:ext>
            </a:extLst>
          </p:cNvPr>
          <p:cNvSpPr txBox="1"/>
          <p:nvPr/>
        </p:nvSpPr>
        <p:spPr>
          <a:xfrm>
            <a:off x="5247000" y="6329200"/>
            <a:ext cx="1698000" cy="492402"/>
          </a:xfrm>
          <a:prstGeom prst="rect">
            <a:avLst/>
          </a:prstGeom>
          <a:noFill/>
          <a:ln>
            <a:noFill/>
          </a:ln>
        </p:spPr>
        <p:txBody>
          <a:bodyPr spcFirstLastPara="1" wrap="square" lIns="121900" tIns="121900" rIns="121900" bIns="121900" anchor="t" anchorCtr="0">
            <a:spAutoFit/>
          </a:bodyPr>
          <a:lstStyle/>
          <a:p>
            <a:pPr algn="ctr">
              <a:defRPr sz="1400" b="1">
                <a:solidFill>
                  <a:srgbClr val="FFFFFF"/>
                </a:solidFill>
                <a:latin typeface="Arial"/>
              </a:defRPr>
            </a:pPr>
            <a:r>
              <a:t>September 2026</a:t>
            </a:r>
          </a:p>
        </p:txBody>
      </p:sp>
      <p:pic>
        <p:nvPicPr>
          <p:cNvPr id="10" name="Picture 4" descr="ccsiec | IEC">
            <a:extLst>
              <a:ext uri="{FF2B5EF4-FFF2-40B4-BE49-F238E27FC236}">
                <a16:creationId xmlns:a16="http://schemas.microsoft.com/office/drawing/2014/main" id="{2826A1DA-C070-4BFE-DA57-DFDBCFCA10B2}"/>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artisticPhotocopy trans="0"/>
                    </a14:imgEffect>
                  </a14:imgLayer>
                </a14:imgProps>
              </a:ext>
              <a:ext uri="{28A0092B-C50C-407E-A947-70E740481C1C}">
                <a14:useLocalDpi xmlns:a14="http://schemas.microsoft.com/office/drawing/2010/main" val="0"/>
              </a:ext>
            </a:extLst>
          </a:blip>
          <a:srcRect/>
          <a:stretch>
            <a:fillRect/>
          </a:stretch>
        </p:blipFill>
        <p:spPr bwMode="auto">
          <a:xfrm>
            <a:off x="415600" y="118907"/>
            <a:ext cx="3473753" cy="818985"/>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Straight Connector 10">
            <a:extLst>
              <a:ext uri="{FF2B5EF4-FFF2-40B4-BE49-F238E27FC236}">
                <a16:creationId xmlns:a16="http://schemas.microsoft.com/office/drawing/2014/main" id="{1FAD4C78-B2D7-F092-3028-AA3A913DA2E3}"/>
              </a:ext>
            </a:extLst>
          </p:cNvPr>
          <p:cNvCxnSpPr>
            <a:cxnSpLocks/>
          </p:cNvCxnSpPr>
          <p:nvPr/>
        </p:nvCxnSpPr>
        <p:spPr>
          <a:xfrm>
            <a:off x="3097877" y="3111515"/>
            <a:ext cx="5996247" cy="0"/>
          </a:xfrm>
          <a:prstGeom prst="line">
            <a:avLst/>
          </a:prstGeom>
          <a:ln w="38100">
            <a:solidFill>
              <a:srgbClr val="0F2C53"/>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EF01073B-477C-AB84-4671-1F596BAA2C96}"/>
              </a:ext>
            </a:extLst>
          </p:cNvPr>
          <p:cNvSpPr txBox="1"/>
          <p:nvPr/>
        </p:nvSpPr>
        <p:spPr>
          <a:xfrm>
            <a:off x="6316173" y="266789"/>
            <a:ext cx="5875827" cy="523220"/>
          </a:xfrm>
          <a:prstGeom prst="rect">
            <a:avLst/>
          </a:prstGeom>
          <a:noFill/>
        </p:spPr>
        <p:txBody>
          <a:bodyPr wrap="square" rtlCol="0">
            <a:spAutoFit/>
          </a:bodyPr>
          <a:lstStyle/>
          <a:p>
            <a:pPr algn="ctr"/>
            <a:r>
              <a:rPr lang="it-IT" altLang="en-US" sz="1400" dirty="0">
                <a:solidFill>
                  <a:schemeClr val="bg1"/>
                </a:solidFill>
              </a:rPr>
              <a:t>Dipartimento di Elettronica, Informazione e Bioingegneria</a:t>
            </a:r>
          </a:p>
          <a:p>
            <a:pPr algn="ctr"/>
            <a:r>
              <a:rPr lang="en-US" altLang="en-US" sz="1400" dirty="0" err="1">
                <a:solidFill>
                  <a:schemeClr val="bg1"/>
                </a:solidFill>
              </a:rPr>
              <a:t>Politecnico</a:t>
            </a:r>
            <a:r>
              <a:rPr lang="en-US" altLang="en-US" sz="1400" dirty="0">
                <a:solidFill>
                  <a:schemeClr val="bg1"/>
                </a:solidFill>
              </a:rPr>
              <a:t> </a:t>
            </a:r>
            <a:r>
              <a:rPr lang="en-US" altLang="en-US" sz="1400">
                <a:solidFill>
                  <a:schemeClr val="bg1"/>
                </a:solidFill>
              </a:rPr>
              <a:t>di Milano</a:t>
            </a:r>
            <a:endParaRPr lang="it-IT" altLang="en-US" sz="1400" dirty="0">
              <a:solidFill>
                <a:schemeClr val="bg1"/>
              </a:solidFill>
            </a:endParaRPr>
          </a:p>
        </p:txBody>
      </p:sp>
      <p:sp>
        <p:nvSpPr>
          <p:cNvPr id="13" name="TextBox 12"/>
          <p:cNvSpPr txBox="1"/>
          <p:nvPr/>
        </p:nvSpPr>
        <p:spPr>
          <a:xfrm>
            <a:off x="731520" y="1371600"/>
            <a:ext cx="10698480" cy="2011680"/>
          </a:xfrm>
          <a:prstGeom prst="rect">
            <a:avLst/>
          </a:prstGeom>
          <a:noFill/>
        </p:spPr>
        <p:txBody>
          <a:bodyPr wrap="square">
            <a:spAutoFit/>
          </a:bodyPr>
          <a:lstStyle/>
          <a:p>
            <a:pPr algn="ctr">
              <a:defRPr sz="3600" b="1">
                <a:solidFill>
                  <a:srgbClr val="85200C"/>
                </a:solidFill>
                <a:latin typeface="Titillium Web SemiBold"/>
              </a:defRPr>
            </a:pPr>
            <a:r>
              <a:t>Risk-Adaptive Neurosymbolic Intent Planning</a:t>
            </a:r>
            <a:br/>
            <a:r>
              <a:t>for Optical Networks</a:t>
            </a:r>
          </a:p>
          <a:p>
            <a:pPr algn="ctr">
              <a:defRPr sz="1800">
                <a:solidFill>
                  <a:srgbClr val="0F2C53"/>
                </a:solidFill>
                <a:latin typeface="Arial"/>
              </a:defRPr>
            </a:pPr>
            <a:r>
              <a:t>A Pre-Deployment Decision Mechanism with Joint Semantic and QoT Assessment</a:t>
            </a:r>
          </a:p>
        </p:txBody>
      </p:sp>
      <p:sp>
        <p:nvSpPr>
          <p:cNvPr id="14" name="TextBox 13"/>
          <p:cNvSpPr txBox="1"/>
          <p:nvPr/>
        </p:nvSpPr>
        <p:spPr>
          <a:xfrm>
            <a:off x="2286000" y="3931920"/>
            <a:ext cx="7589520" cy="2011680"/>
          </a:xfrm>
          <a:prstGeom prst="rect">
            <a:avLst/>
          </a:prstGeom>
          <a:noFill/>
        </p:spPr>
        <p:txBody>
          <a:bodyPr wrap="square">
            <a:spAutoFit/>
          </a:bodyPr>
          <a:lstStyle/>
          <a:p>
            <a:pPr algn="ctr">
              <a:defRPr sz="1600" b="1">
                <a:solidFill>
                  <a:srgbClr val="222222"/>
                </a:solidFill>
                <a:latin typeface="Arial"/>
              </a:defRPr>
            </a:pPr>
            <a:r>
              <a:t>Candidate: Felipe Abadía</a:t>
            </a:r>
          </a:p>
          <a:p>
            <a:pPr algn="ctr">
              <a:defRPr sz="1500" b="1">
                <a:solidFill>
                  <a:srgbClr val="0F2C53"/>
                </a:solidFill>
                <a:latin typeface="Arial"/>
              </a:defRPr>
            </a:pPr>
            <a:r>
              <a:t>Academic Advisor: Prof. Massimo Tornatore</a:t>
            </a:r>
          </a:p>
          <a:p>
            <a:pPr algn="ctr">
              <a:defRPr sz="1300">
                <a:solidFill>
                  <a:srgbClr val="5A6B82"/>
                </a:solidFill>
                <a:latin typeface="Arial"/>
              </a:defRPr>
            </a:pPr>
            <a:r>
              <a:t>Dipartimento di Elettronica, Informazione e Bioingegneria — Politecnico di Milano</a:t>
            </a:r>
          </a:p>
        </p:txBody>
      </p:sp>
    </p:spTree>
    <p:extLst>
      <p:ext uri="{BB962C8B-B14F-4D97-AF65-F5344CB8AC3E}">
        <p14:creationId xmlns:p14="http://schemas.microsoft.com/office/powerpoint/2010/main" val="3934854283"/>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537960"/>
            <a:ext cx="12191695" cy="320040"/>
          </a:xfrm>
          <a:prstGeom prst="rect">
            <a:avLst/>
          </a:prstGeom>
          <a:solidFill>
            <a:srgbClr val="0F2C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0" y="6537960"/>
            <a:ext cx="2377440" cy="274320"/>
          </a:xfrm>
          <a:prstGeom prst="rect">
            <a:avLst/>
          </a:prstGeom>
          <a:noFill/>
        </p:spPr>
        <p:txBody>
          <a:bodyPr wrap="square">
            <a:spAutoFit/>
          </a:bodyPr>
          <a:lstStyle/>
          <a:p>
            <a:pPr algn="r">
              <a:defRPr sz="1100" b="1">
                <a:solidFill>
                  <a:srgbClr val="FFFFFF"/>
                </a:solidFill>
                <a:latin typeface="Arial"/>
              </a:defRPr>
            </a:pPr>
            <a:r>
              <a:t>POLITECNICO DI MILANO</a:t>
            </a:r>
          </a:p>
        </p:txBody>
      </p:sp>
      <p:sp>
        <p:nvSpPr>
          <p:cNvPr id="4" name="TextBox 3"/>
          <p:cNvSpPr txBox="1"/>
          <p:nvPr/>
        </p:nvSpPr>
        <p:spPr>
          <a:xfrm>
            <a:off x="365760" y="6537960"/>
            <a:ext cx="1371600" cy="274320"/>
          </a:xfrm>
          <a:prstGeom prst="rect">
            <a:avLst/>
          </a:prstGeom>
          <a:noFill/>
        </p:spPr>
        <p:txBody>
          <a:bodyPr wrap="none">
            <a:spAutoFit/>
          </a:bodyPr>
          <a:lstStyle/>
          <a:p>
            <a:pPr>
              <a:defRPr sz="1100">
                <a:solidFill>
                  <a:srgbClr val="FFFFFF"/>
                </a:solidFill>
                <a:latin typeface="Arial"/>
              </a:defRPr>
            </a:pPr>
            <a:r>
              <a:t>2</a:t>
            </a:r>
          </a:p>
        </p:txBody>
      </p:sp>
      <p:sp>
        <p:nvSpPr>
          <p:cNvPr id="5" name="TextBox 4"/>
          <p:cNvSpPr txBox="1"/>
          <p:nvPr/>
        </p:nvSpPr>
        <p:spPr>
          <a:xfrm>
            <a:off x="640080" y="228600"/>
            <a:ext cx="10789920" cy="685800"/>
          </a:xfrm>
          <a:prstGeom prst="rect">
            <a:avLst/>
          </a:prstGeom>
          <a:noFill/>
        </p:spPr>
        <p:txBody>
          <a:bodyPr wrap="square">
            <a:spAutoFit/>
          </a:bodyPr>
          <a:lstStyle/>
          <a:p>
            <a:pPr>
              <a:defRPr sz="2800" b="1">
                <a:solidFill>
                  <a:srgbClr val="0F2C53"/>
                </a:solidFill>
                <a:latin typeface="Titillium Web SemiBold"/>
              </a:defRPr>
            </a:pPr>
            <a:r>
              <a:t>OUTLINE</a:t>
            </a:r>
          </a:p>
        </p:txBody>
      </p:sp>
      <p:sp>
        <p:nvSpPr>
          <p:cNvPr id="6" name="Rectangle 5"/>
          <p:cNvSpPr/>
          <p:nvPr/>
        </p:nvSpPr>
        <p:spPr>
          <a:xfrm>
            <a:off x="640080" y="932688"/>
            <a:ext cx="10789920" cy="18288"/>
          </a:xfrm>
          <a:prstGeom prst="rect">
            <a:avLst/>
          </a:prstGeom>
          <a:solidFill>
            <a:srgbClr val="0F2C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188720"/>
            <a:ext cx="10698480" cy="907084"/>
          </a:xfrm>
          <a:prstGeom prst="roundRect">
            <a:avLst/>
          </a:prstGeom>
          <a:solidFill>
            <a:srgbClr val="F4F6F9"/>
          </a:solidFill>
          <a:ln w="1270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1188720"/>
            <a:ext cx="2011680" cy="907084"/>
          </a:xfrm>
          <a:prstGeom prst="roundRect">
            <a:avLst/>
          </a:prstGeom>
          <a:solidFill>
            <a:srgbClr val="0F2C53"/>
          </a:solidFill>
          <a:ln>
            <a:noFill/>
          </a:ln>
        </p:spPr>
        <p:style>
          <a:lnRef idx="1">
            <a:schemeClr val="accent1"/>
          </a:lnRef>
          <a:fillRef idx="3">
            <a:schemeClr val="accent1"/>
          </a:fillRef>
          <a:effectRef idx="2">
            <a:schemeClr val="accent1"/>
          </a:effectRef>
          <a:fontRef idx="minor">
            <a:schemeClr val="lt1"/>
          </a:fontRef>
        </p:style>
        <p:txBody>
          <a:bodyPr rtlCol="0" anchor="ctr" wrap="square" tIns="109728"/>
          <a:lstStyle/>
          <a:p>
            <a:pPr algn="ctr">
              <a:defRPr sz="1300" b="1">
                <a:solidFill>
                  <a:srgbClr val="FFFFFF"/>
                </a:solidFill>
                <a:latin typeface="Titillium Web SemiBold"/>
              </a:defRPr>
            </a:pPr>
            <a:r>
              <a:t>[01] Bottleneck</a:t>
            </a:r>
          </a:p>
        </p:txBody>
      </p:sp>
      <p:sp>
        <p:nvSpPr>
          <p:cNvPr id="9" name="TextBox 8"/>
          <p:cNvSpPr txBox="1"/>
          <p:nvPr/>
        </p:nvSpPr>
        <p:spPr>
          <a:xfrm>
            <a:off x="2880360" y="1188720"/>
            <a:ext cx="8412480" cy="907084"/>
          </a:xfrm>
          <a:prstGeom prst="rect">
            <a:avLst/>
          </a:prstGeom>
          <a:noFill/>
        </p:spPr>
        <p:txBody>
          <a:bodyPr wrap="square" tIns="91440">
            <a:spAutoFit/>
          </a:bodyPr>
          <a:lstStyle/>
          <a:p>
            <a:pPr>
              <a:defRPr sz="1500" b="1">
                <a:solidFill>
                  <a:srgbClr val="0F2C53"/>
                </a:solidFill>
                <a:latin typeface="Titillium Web SemiBold"/>
              </a:defRPr>
            </a:pPr>
            <a:r>
              <a:t>The Optical Intent Planning Bottleneck</a:t>
            </a:r>
          </a:p>
          <a:p>
            <a:pPr>
              <a:defRPr sz="1200">
                <a:solidFill>
                  <a:srgbClr val="222222"/>
                </a:solidFill>
                <a:latin typeface="Arial"/>
              </a:defRPr>
            </a:pPr>
            <a:r>
              <a:t>Physical-layer constraints, token saturation, and hallucinated routing in optical backbones</a:t>
            </a:r>
          </a:p>
        </p:txBody>
      </p:sp>
      <p:sp>
        <p:nvSpPr>
          <p:cNvPr id="10" name="Rounded Rectangle 9"/>
          <p:cNvSpPr/>
          <p:nvPr/>
        </p:nvSpPr>
        <p:spPr>
          <a:xfrm>
            <a:off x="731520" y="2242108"/>
            <a:ext cx="10698480" cy="907084"/>
          </a:xfrm>
          <a:prstGeom prst="roundRect">
            <a:avLst/>
          </a:prstGeom>
          <a:solidFill>
            <a:srgbClr val="F4F6F9"/>
          </a:solidFill>
          <a:ln w="1270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31520" y="2242108"/>
            <a:ext cx="2011680" cy="907084"/>
          </a:xfrm>
          <a:prstGeom prst="roundRect">
            <a:avLst/>
          </a:prstGeom>
          <a:solidFill>
            <a:srgbClr val="0F2C53"/>
          </a:solidFill>
          <a:ln>
            <a:noFill/>
          </a:ln>
        </p:spPr>
        <p:style>
          <a:lnRef idx="1">
            <a:schemeClr val="accent1"/>
          </a:lnRef>
          <a:fillRef idx="3">
            <a:schemeClr val="accent1"/>
          </a:fillRef>
          <a:effectRef idx="2">
            <a:schemeClr val="accent1"/>
          </a:effectRef>
          <a:fontRef idx="minor">
            <a:schemeClr val="lt1"/>
          </a:fontRef>
        </p:style>
        <p:txBody>
          <a:bodyPr rtlCol="0" anchor="ctr" wrap="square" tIns="109728"/>
          <a:lstStyle/>
          <a:p>
            <a:pPr algn="ctr">
              <a:defRPr sz="1300" b="1">
                <a:solidFill>
                  <a:srgbClr val="FFFFFF"/>
                </a:solidFill>
                <a:latin typeface="Titillium Web SemiBold"/>
              </a:defRPr>
            </a:pPr>
            <a:r>
              <a:t>[02] Architecture</a:t>
            </a:r>
          </a:p>
        </p:txBody>
      </p:sp>
      <p:sp>
        <p:nvSpPr>
          <p:cNvPr id="12" name="TextBox 11"/>
          <p:cNvSpPr txBox="1"/>
          <p:nvPr/>
        </p:nvSpPr>
        <p:spPr>
          <a:xfrm>
            <a:off x="2880360" y="2242108"/>
            <a:ext cx="8412480" cy="907084"/>
          </a:xfrm>
          <a:prstGeom prst="rect">
            <a:avLst/>
          </a:prstGeom>
          <a:noFill/>
        </p:spPr>
        <p:txBody>
          <a:bodyPr wrap="square" tIns="91440">
            <a:spAutoFit/>
          </a:bodyPr>
          <a:lstStyle/>
          <a:p>
            <a:pPr>
              <a:defRPr sz="1500" b="1">
                <a:solidFill>
                  <a:srgbClr val="0F2C53"/>
                </a:solidFill>
                <a:latin typeface="Titillium Web SemiBold"/>
              </a:defRPr>
            </a:pPr>
            <a:r>
              <a:t>Neurosymbolic Intent Planning Pipeline</a:t>
            </a:r>
          </a:p>
          <a:p>
            <a:pPr>
              <a:defRPr sz="1200">
                <a:solidFill>
                  <a:srgbClr val="222222"/>
                </a:solidFill>
                <a:latin typeface="Arial"/>
              </a:defRPr>
            </a:pPr>
            <a:r>
              <a:t>Decoupling probabilistic reasoning (NL to PDDL) from deterministic solvers and physics tools</a:t>
            </a:r>
          </a:p>
        </p:txBody>
      </p:sp>
      <p:sp>
        <p:nvSpPr>
          <p:cNvPr id="13" name="Rounded Rectangle 12"/>
          <p:cNvSpPr/>
          <p:nvPr/>
        </p:nvSpPr>
        <p:spPr>
          <a:xfrm>
            <a:off x="731520" y="3295497"/>
            <a:ext cx="10698480" cy="907084"/>
          </a:xfrm>
          <a:prstGeom prst="roundRect">
            <a:avLst/>
          </a:prstGeom>
          <a:solidFill>
            <a:srgbClr val="F4F6F9"/>
          </a:solidFill>
          <a:ln w="1270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31520" y="3295497"/>
            <a:ext cx="2011680" cy="907084"/>
          </a:xfrm>
          <a:prstGeom prst="roundRect">
            <a:avLst/>
          </a:prstGeom>
          <a:solidFill>
            <a:srgbClr val="0F2C53"/>
          </a:solidFill>
          <a:ln>
            <a:noFill/>
          </a:ln>
        </p:spPr>
        <p:style>
          <a:lnRef idx="1">
            <a:schemeClr val="accent1"/>
          </a:lnRef>
          <a:fillRef idx="3">
            <a:schemeClr val="accent1"/>
          </a:fillRef>
          <a:effectRef idx="2">
            <a:schemeClr val="accent1"/>
          </a:effectRef>
          <a:fontRef idx="minor">
            <a:schemeClr val="lt1"/>
          </a:fontRef>
        </p:style>
        <p:txBody>
          <a:bodyPr rtlCol="0" anchor="ctr" wrap="square" tIns="109728"/>
          <a:lstStyle/>
          <a:p>
            <a:pPr algn="ctr">
              <a:defRPr sz="1300" b="1">
                <a:solidFill>
                  <a:srgbClr val="FFFFFF"/>
                </a:solidFill>
                <a:latin typeface="Titillium Web SemiBold"/>
              </a:defRPr>
            </a:pPr>
            <a:r>
              <a:t>[03] Risk Gates</a:t>
            </a:r>
          </a:p>
        </p:txBody>
      </p:sp>
      <p:sp>
        <p:nvSpPr>
          <p:cNvPr id="15" name="TextBox 14"/>
          <p:cNvSpPr txBox="1"/>
          <p:nvPr/>
        </p:nvSpPr>
        <p:spPr>
          <a:xfrm>
            <a:off x="2880360" y="3295497"/>
            <a:ext cx="8412480" cy="907084"/>
          </a:xfrm>
          <a:prstGeom prst="rect">
            <a:avLst/>
          </a:prstGeom>
          <a:noFill/>
        </p:spPr>
        <p:txBody>
          <a:bodyPr wrap="square" tIns="91440">
            <a:spAutoFit/>
          </a:bodyPr>
          <a:lstStyle/>
          <a:p>
            <a:pPr>
              <a:defRPr sz="1500" b="1">
                <a:solidFill>
                  <a:srgbClr val="0F2C53"/>
                </a:solidFill>
                <a:latin typeface="Titillium Web SemiBold"/>
              </a:defRPr>
            </a:pPr>
            <a:r>
              <a:t>Pre-Deployment Risk Gates: Semantic &amp; Physical Validation</a:t>
            </a:r>
          </a:p>
          <a:p>
            <a:pPr>
              <a:defRPr sz="1200">
                <a:solidFill>
                  <a:srgbClr val="222222"/>
                </a:solidFill>
                <a:latin typeface="Arial"/>
              </a:defRPr>
            </a:pPr>
            <a:r>
              <a:t>Sequential fail-fast decision via Layer 1/2 semantic gate (U_sem) and GN-model QoT gate</a:t>
            </a:r>
          </a:p>
        </p:txBody>
      </p:sp>
      <p:sp>
        <p:nvSpPr>
          <p:cNvPr id="16" name="Rounded Rectangle 15"/>
          <p:cNvSpPr/>
          <p:nvPr/>
        </p:nvSpPr>
        <p:spPr>
          <a:xfrm>
            <a:off x="731520" y="4348886"/>
            <a:ext cx="10698480" cy="907084"/>
          </a:xfrm>
          <a:prstGeom prst="roundRect">
            <a:avLst/>
          </a:prstGeom>
          <a:solidFill>
            <a:srgbClr val="F4F6F9"/>
          </a:solidFill>
          <a:ln w="1270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31520" y="4348886"/>
            <a:ext cx="2011680" cy="907084"/>
          </a:xfrm>
          <a:prstGeom prst="roundRect">
            <a:avLst/>
          </a:prstGeom>
          <a:solidFill>
            <a:srgbClr val="0F2C53"/>
          </a:solidFill>
          <a:ln>
            <a:noFill/>
          </a:ln>
        </p:spPr>
        <p:style>
          <a:lnRef idx="1">
            <a:schemeClr val="accent1"/>
          </a:lnRef>
          <a:fillRef idx="3">
            <a:schemeClr val="accent1"/>
          </a:fillRef>
          <a:effectRef idx="2">
            <a:schemeClr val="accent1"/>
          </a:effectRef>
          <a:fontRef idx="minor">
            <a:schemeClr val="lt1"/>
          </a:fontRef>
        </p:style>
        <p:txBody>
          <a:bodyPr rtlCol="0" anchor="ctr" wrap="square" tIns="109728"/>
          <a:lstStyle/>
          <a:p>
            <a:pPr algn="ctr">
              <a:defRPr sz="1300" b="1">
                <a:solidFill>
                  <a:srgbClr val="FFFFFF"/>
                </a:solidFill>
                <a:latin typeface="Titillium Web SemiBold"/>
              </a:defRPr>
            </a:pPr>
            <a:r>
              <a:t>[04] Evaluation</a:t>
            </a:r>
          </a:p>
        </p:txBody>
      </p:sp>
      <p:sp>
        <p:nvSpPr>
          <p:cNvPr id="18" name="TextBox 17"/>
          <p:cNvSpPr txBox="1"/>
          <p:nvPr/>
        </p:nvSpPr>
        <p:spPr>
          <a:xfrm>
            <a:off x="2880360" y="4348886"/>
            <a:ext cx="8412480" cy="907084"/>
          </a:xfrm>
          <a:prstGeom prst="rect">
            <a:avLst/>
          </a:prstGeom>
          <a:noFill/>
        </p:spPr>
        <p:txBody>
          <a:bodyPr wrap="square" tIns="91440">
            <a:spAutoFit/>
          </a:bodyPr>
          <a:lstStyle/>
          <a:p>
            <a:pPr>
              <a:defRPr sz="1500" b="1">
                <a:solidFill>
                  <a:srgbClr val="0F2C53"/>
                </a:solidFill>
                <a:latin typeface="Titillium Web SemiBold"/>
              </a:defRPr>
            </a:pPr>
            <a:r>
              <a:t>Experimental Testbed Validation on 17-Node Optical Topology</a:t>
            </a:r>
          </a:p>
          <a:p>
            <a:pPr>
              <a:defRPr sz="1200">
                <a:solidFill>
                  <a:srgbClr val="222222"/>
                </a:solidFill>
                <a:latin typeface="Arial"/>
              </a:defRPr>
            </a:pPr>
            <a:r>
              <a:t>Benchmarking safety, human intervention reduction, and orchestration latency against baselines</a:t>
            </a:r>
          </a:p>
        </p:txBody>
      </p:sp>
      <p:sp>
        <p:nvSpPr>
          <p:cNvPr id="19" name="Rounded Rectangle 18"/>
          <p:cNvSpPr/>
          <p:nvPr/>
        </p:nvSpPr>
        <p:spPr>
          <a:xfrm>
            <a:off x="731520" y="5402275"/>
            <a:ext cx="10698480" cy="907084"/>
          </a:xfrm>
          <a:prstGeom prst="roundRect">
            <a:avLst/>
          </a:prstGeom>
          <a:solidFill>
            <a:srgbClr val="F4F6F9"/>
          </a:solidFill>
          <a:ln w="1270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31520" y="5402275"/>
            <a:ext cx="2011680" cy="907084"/>
          </a:xfrm>
          <a:prstGeom prst="roundRect">
            <a:avLst/>
          </a:prstGeom>
          <a:solidFill>
            <a:srgbClr val="0F2C53"/>
          </a:solidFill>
          <a:ln>
            <a:noFill/>
          </a:ln>
        </p:spPr>
        <p:style>
          <a:lnRef idx="1">
            <a:schemeClr val="accent1"/>
          </a:lnRef>
          <a:fillRef idx="3">
            <a:schemeClr val="accent1"/>
          </a:fillRef>
          <a:effectRef idx="2">
            <a:schemeClr val="accent1"/>
          </a:effectRef>
          <a:fontRef idx="minor">
            <a:schemeClr val="lt1"/>
          </a:fontRef>
        </p:style>
        <p:txBody>
          <a:bodyPr rtlCol="0" anchor="ctr" wrap="square" tIns="109728"/>
          <a:lstStyle/>
          <a:p>
            <a:pPr algn="ctr">
              <a:defRPr sz="1300" b="1">
                <a:solidFill>
                  <a:srgbClr val="FFFFFF"/>
                </a:solidFill>
                <a:latin typeface="Titillium Web SemiBold"/>
              </a:defRPr>
            </a:pPr>
            <a:r>
              <a:t>[05] Outlook</a:t>
            </a:r>
          </a:p>
        </p:txBody>
      </p:sp>
      <p:sp>
        <p:nvSpPr>
          <p:cNvPr id="21" name="TextBox 20"/>
          <p:cNvSpPr txBox="1"/>
          <p:nvPr/>
        </p:nvSpPr>
        <p:spPr>
          <a:xfrm>
            <a:off x="2880360" y="5402275"/>
            <a:ext cx="8412480" cy="907084"/>
          </a:xfrm>
          <a:prstGeom prst="rect">
            <a:avLst/>
          </a:prstGeom>
          <a:noFill/>
        </p:spPr>
        <p:txBody>
          <a:bodyPr wrap="square" tIns="91440">
            <a:spAutoFit/>
          </a:bodyPr>
          <a:lstStyle/>
          <a:p>
            <a:pPr>
              <a:defRPr sz="1500" b="1">
                <a:solidFill>
                  <a:srgbClr val="0F2C53"/>
                </a:solidFill>
                <a:latin typeface="Titillium Web SemiBold"/>
              </a:defRPr>
            </a:pPr>
            <a:r>
              <a:t>Key Takeaways, System Guarantees &amp; Future Directions</a:t>
            </a:r>
          </a:p>
          <a:p>
            <a:pPr>
              <a:defRPr sz="1200">
                <a:solidFill>
                  <a:srgbClr val="222222"/>
                </a:solidFill>
                <a:latin typeface="Arial"/>
              </a:defRPr>
            </a:pPr>
            <a:r>
              <a:t>Summary of thesis contributions, operational guarantees, and extension to joint compute scheduling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537960"/>
            <a:ext cx="12191695" cy="320040"/>
          </a:xfrm>
          <a:prstGeom prst="rect">
            <a:avLst/>
          </a:prstGeom>
          <a:solidFill>
            <a:srgbClr val="0F2C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0" y="6537960"/>
            <a:ext cx="2377440" cy="274320"/>
          </a:xfrm>
          <a:prstGeom prst="rect">
            <a:avLst/>
          </a:prstGeom>
          <a:noFill/>
        </p:spPr>
        <p:txBody>
          <a:bodyPr wrap="square">
            <a:spAutoFit/>
          </a:bodyPr>
          <a:lstStyle/>
          <a:p>
            <a:pPr algn="r">
              <a:defRPr sz="1100" b="1">
                <a:solidFill>
                  <a:srgbClr val="FFFFFF"/>
                </a:solidFill>
                <a:latin typeface="Arial"/>
              </a:defRPr>
            </a:pPr>
            <a:r>
              <a:t>POLITECNICO DI MILANO</a:t>
            </a:r>
          </a:p>
        </p:txBody>
      </p:sp>
      <p:sp>
        <p:nvSpPr>
          <p:cNvPr id="4" name="TextBox 3"/>
          <p:cNvSpPr txBox="1"/>
          <p:nvPr/>
        </p:nvSpPr>
        <p:spPr>
          <a:xfrm>
            <a:off x="365760" y="6537960"/>
            <a:ext cx="1371600" cy="274320"/>
          </a:xfrm>
          <a:prstGeom prst="rect">
            <a:avLst/>
          </a:prstGeom>
          <a:noFill/>
        </p:spPr>
        <p:txBody>
          <a:bodyPr wrap="none">
            <a:spAutoFit/>
          </a:bodyPr>
          <a:lstStyle/>
          <a:p>
            <a:pPr>
              <a:defRPr sz="1100">
                <a:solidFill>
                  <a:srgbClr val="FFFFFF"/>
                </a:solidFill>
                <a:latin typeface="Arial"/>
              </a:defRPr>
            </a:pPr>
            <a:r>
              <a:t>3</a:t>
            </a:r>
          </a:p>
        </p:txBody>
      </p:sp>
      <p:sp>
        <p:nvSpPr>
          <p:cNvPr id="5" name="TextBox 4"/>
          <p:cNvSpPr txBox="1"/>
          <p:nvPr/>
        </p:nvSpPr>
        <p:spPr>
          <a:xfrm>
            <a:off x="640080" y="228600"/>
            <a:ext cx="10789920" cy="685800"/>
          </a:xfrm>
          <a:prstGeom prst="rect">
            <a:avLst/>
          </a:prstGeom>
          <a:noFill/>
        </p:spPr>
        <p:txBody>
          <a:bodyPr wrap="square">
            <a:spAutoFit/>
          </a:bodyPr>
          <a:lstStyle/>
          <a:p>
            <a:pPr>
              <a:defRPr sz="2800" b="1">
                <a:solidFill>
                  <a:srgbClr val="0F2C53"/>
                </a:solidFill>
                <a:latin typeface="Titillium Web SemiBold"/>
              </a:defRPr>
            </a:pPr>
            <a:r>
              <a:t>Motivation: The Vision of Intent-Based Optical Networks</a:t>
            </a:r>
          </a:p>
        </p:txBody>
      </p:sp>
      <p:sp>
        <p:nvSpPr>
          <p:cNvPr id="6" name="Rectangle 5"/>
          <p:cNvSpPr/>
          <p:nvPr/>
        </p:nvSpPr>
        <p:spPr>
          <a:xfrm>
            <a:off x="640080" y="932688"/>
            <a:ext cx="10789920" cy="18288"/>
          </a:xfrm>
          <a:prstGeom prst="rect">
            <a:avLst/>
          </a:prstGeom>
          <a:solidFill>
            <a:srgbClr val="0F2C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1188720"/>
            <a:ext cx="5212080" cy="4297680"/>
          </a:xfrm>
          <a:prstGeom prst="roundRect">
            <a:avLst/>
          </a:prstGeom>
          <a:solidFill>
            <a:srgbClr val="F4F6F9"/>
          </a:solidFill>
          <a:ln w="19050">
            <a:solidFill>
              <a:srgbClr val="8520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85800" y="1188720"/>
            <a:ext cx="5212080" cy="594360"/>
          </a:xfrm>
          <a:prstGeom prst="roundRect">
            <a:avLst/>
          </a:prstGeom>
          <a:solidFill>
            <a:srgbClr val="8520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latin typeface="Titillium Web SemiBold"/>
              </a:defRPr>
            </a:pPr>
            <a:r>
              <a:t>⚠️ Operational Shift: Manual Bottleneck</a:t>
            </a:r>
          </a:p>
        </p:txBody>
      </p:sp>
      <p:sp>
        <p:nvSpPr>
          <p:cNvPr id="9" name="TextBox 8"/>
          <p:cNvSpPr txBox="1"/>
          <p:nvPr/>
        </p:nvSpPr>
        <p:spPr>
          <a:xfrm>
            <a:off x="868680" y="1920240"/>
            <a:ext cx="4846320" cy="3429000"/>
          </a:xfrm>
          <a:prstGeom prst="rect">
            <a:avLst/>
          </a:prstGeom>
          <a:noFill/>
        </p:spPr>
        <p:txBody>
          <a:bodyPr wrap="square">
            <a:spAutoFit/>
          </a:bodyPr>
          <a:lstStyle/>
          <a:p>
            <a:pPr>
              <a:spcAft>
                <a:spcPts val="800"/>
              </a:spcAft>
              <a:defRPr sz="1300">
                <a:solidFill>
                  <a:srgbClr val="222222"/>
                </a:solidFill>
                <a:latin typeface="Arial"/>
              </a:defRPr>
            </a:pPr>
            <a:r>
              <a:t>•  Optical backbones carry terabits of core traffic across ROADM networks</a:t>
            </a:r>
          </a:p>
          <a:p>
            <a:pPr>
              <a:spcAft>
                <a:spcPts val="800"/>
              </a:spcAft>
              <a:defRPr sz="1300">
                <a:solidFill>
                  <a:srgbClr val="222222"/>
                </a:solidFill>
                <a:latin typeface="Arial"/>
              </a:defRPr>
            </a:pPr>
            <a:r>
              <a:t>•  Traditional workflow: manual CLI scripts and complex RESTConf payloads</a:t>
            </a:r>
          </a:p>
          <a:p>
            <a:pPr>
              <a:spcAft>
                <a:spcPts val="800"/>
              </a:spcAft>
              <a:defRPr sz="1300">
                <a:solidFill>
                  <a:srgbClr val="222222"/>
                </a:solidFill>
                <a:latin typeface="Arial"/>
              </a:defRPr>
            </a:pPr>
            <a:r>
              <a:t>•  Human configuration delays lightpath provisioning by hours or days</a:t>
            </a:r>
          </a:p>
          <a:p>
            <a:pPr>
              <a:spcAft>
                <a:spcPts val="800"/>
              </a:spcAft>
              <a:defRPr sz="1300">
                <a:solidFill>
                  <a:srgbClr val="222222"/>
                </a:solidFill>
                <a:latin typeface="Arial"/>
              </a:defRPr>
            </a:pPr>
            <a:r>
              <a:t>•  Prone to fatal human operator errors across multi-vendor optical links</a:t>
            </a:r>
          </a:p>
          <a:p>
            <a:pPr>
              <a:spcAft>
                <a:spcPts val="800"/>
              </a:spcAft>
              <a:defRPr sz="1300">
                <a:solidFill>
                  <a:srgbClr val="222222"/>
                </a:solidFill>
                <a:latin typeface="Arial"/>
              </a:defRPr>
            </a:pPr>
            <a:r>
              <a:t>•  Goal: Transition to autonomous Intent-Based Networking (IBN)</a:t>
            </a:r>
          </a:p>
        </p:txBody>
      </p:sp>
      <p:sp>
        <p:nvSpPr>
          <p:cNvPr id="10" name="Rounded Rectangle 9"/>
          <p:cNvSpPr/>
          <p:nvPr/>
        </p:nvSpPr>
        <p:spPr>
          <a:xfrm>
            <a:off x="6217920" y="1188720"/>
            <a:ext cx="5212080" cy="4297680"/>
          </a:xfrm>
          <a:prstGeom prst="roundRect">
            <a:avLst/>
          </a:prstGeom>
          <a:solidFill>
            <a:srgbClr val="F4F6F9"/>
          </a:solidFill>
          <a:ln w="19050">
            <a:solidFill>
              <a:srgbClr val="0F2C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17920" y="1188720"/>
            <a:ext cx="5212080" cy="594360"/>
          </a:xfrm>
          <a:prstGeom prst="roundRect">
            <a:avLst/>
          </a:prstGeom>
          <a:solidFill>
            <a:srgbClr val="0F2C5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latin typeface="Titillium Web SemiBold"/>
              </a:defRPr>
            </a:pPr>
            <a:r>
              <a:t>⚡ Operational Promise: Autonomous Vision</a:t>
            </a:r>
          </a:p>
        </p:txBody>
      </p:sp>
      <p:sp>
        <p:nvSpPr>
          <p:cNvPr id="12" name="TextBox 11"/>
          <p:cNvSpPr txBox="1"/>
          <p:nvPr/>
        </p:nvSpPr>
        <p:spPr>
          <a:xfrm>
            <a:off x="6400800" y="1920240"/>
            <a:ext cx="4846320" cy="3429000"/>
          </a:xfrm>
          <a:prstGeom prst="rect">
            <a:avLst/>
          </a:prstGeom>
          <a:noFill/>
        </p:spPr>
        <p:txBody>
          <a:bodyPr wrap="square">
            <a:spAutoFit/>
          </a:bodyPr>
          <a:lstStyle/>
          <a:p>
            <a:pPr>
              <a:spcAft>
                <a:spcPts val="800"/>
              </a:spcAft>
              <a:defRPr sz="1300">
                <a:solidFill>
                  <a:srgbClr val="222222"/>
                </a:solidFill>
                <a:latin typeface="Arial"/>
              </a:defRPr>
            </a:pPr>
            <a:r>
              <a:t>•  High-level abstraction: specify WHAT is needed, not HOW to configure it</a:t>
            </a:r>
          </a:p>
          <a:p>
            <a:pPr>
              <a:spcAft>
                <a:spcPts val="800"/>
              </a:spcAft>
              <a:defRPr sz="1300">
                <a:solidFill>
                  <a:srgbClr val="222222"/>
                </a:solidFill>
                <a:latin typeface="Arial"/>
              </a:defRPr>
            </a:pPr>
            <a:r>
              <a:t>•  Example: 'Establish a 400G lightpath between Milan and Rome avoiding L2'</a:t>
            </a:r>
          </a:p>
          <a:p>
            <a:pPr>
              <a:spcAft>
                <a:spcPts val="800"/>
              </a:spcAft>
              <a:defRPr sz="1300">
                <a:solidFill>
                  <a:srgbClr val="222222"/>
                </a:solidFill>
                <a:latin typeface="Arial"/>
              </a:defRPr>
            </a:pPr>
            <a:r>
              <a:t>•  Autonomous translation into validated physical lightpaths in seconds</a:t>
            </a:r>
          </a:p>
          <a:p>
            <a:pPr>
              <a:spcAft>
                <a:spcPts val="800"/>
              </a:spcAft>
              <a:defRPr sz="1300">
                <a:solidFill>
                  <a:srgbClr val="222222"/>
                </a:solidFill>
                <a:latin typeface="Arial"/>
              </a:defRPr>
            </a:pPr>
            <a:r>
              <a:t>•  Reduces human configuration error across multi-vendor optical links</a:t>
            </a:r>
          </a:p>
          <a:p>
            <a:pPr>
              <a:spcAft>
                <a:spcPts val="800"/>
              </a:spcAft>
              <a:defRPr sz="1300">
                <a:solidFill>
                  <a:srgbClr val="222222"/>
                </a:solidFill>
                <a:latin typeface="Arial"/>
              </a:defRPr>
            </a:pPr>
            <a:r>
              <a:t>•  Critical challenge: Optical networks do not tolerate probabilistic errors</a:t>
            </a:r>
          </a:p>
        </p:txBody>
      </p:sp>
      <p:sp>
        <p:nvSpPr>
          <p:cNvPr id="13" name="Rounded Rectangle 12"/>
          <p:cNvSpPr/>
          <p:nvPr/>
        </p:nvSpPr>
        <p:spPr>
          <a:xfrm>
            <a:off x="685800" y="5669280"/>
            <a:ext cx="10744200" cy="594360"/>
          </a:xfrm>
          <a:prstGeom prst="roundRect">
            <a:avLst/>
          </a:prstGeom>
          <a:solidFill>
            <a:srgbClr val="F4F6F9"/>
          </a:solidFill>
          <a:ln w="19050">
            <a:solidFill>
              <a:srgbClr val="0F2C5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0F2C53"/>
                </a:solidFill>
                <a:latin typeface="Titillium Web SemiBold"/>
              </a:defRPr>
            </a:pPr>
            <a:r>
              <a:t>Operational Flow:  [Operator NL Intent]  ➔  [AI Intent Orchestrator]  ➔  [Zero-Error Physical Lightpath]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537960"/>
            <a:ext cx="12191695" cy="320040"/>
          </a:xfrm>
          <a:prstGeom prst="rect">
            <a:avLst/>
          </a:prstGeom>
          <a:solidFill>
            <a:srgbClr val="0F2C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0" y="6537960"/>
            <a:ext cx="2377440" cy="274320"/>
          </a:xfrm>
          <a:prstGeom prst="rect">
            <a:avLst/>
          </a:prstGeom>
          <a:noFill/>
        </p:spPr>
        <p:txBody>
          <a:bodyPr wrap="square">
            <a:spAutoFit/>
          </a:bodyPr>
          <a:lstStyle/>
          <a:p>
            <a:pPr algn="r">
              <a:defRPr sz="1100" b="1">
                <a:solidFill>
                  <a:srgbClr val="FFFFFF"/>
                </a:solidFill>
                <a:latin typeface="Arial"/>
              </a:defRPr>
            </a:pPr>
            <a:r>
              <a:t>POLITECNICO DI MILANO</a:t>
            </a:r>
          </a:p>
        </p:txBody>
      </p:sp>
      <p:sp>
        <p:nvSpPr>
          <p:cNvPr id="4" name="TextBox 3"/>
          <p:cNvSpPr txBox="1"/>
          <p:nvPr/>
        </p:nvSpPr>
        <p:spPr>
          <a:xfrm>
            <a:off x="365760" y="6537960"/>
            <a:ext cx="1371600" cy="274320"/>
          </a:xfrm>
          <a:prstGeom prst="rect">
            <a:avLst/>
          </a:prstGeom>
          <a:noFill/>
        </p:spPr>
        <p:txBody>
          <a:bodyPr wrap="none">
            <a:spAutoFit/>
          </a:bodyPr>
          <a:lstStyle/>
          <a:p>
            <a:pPr>
              <a:defRPr sz="1100">
                <a:solidFill>
                  <a:srgbClr val="FFFFFF"/>
                </a:solidFill>
                <a:latin typeface="Arial"/>
              </a:defRPr>
            </a:pPr>
            <a:r>
              <a:t>4</a:t>
            </a:r>
          </a:p>
        </p:txBody>
      </p:sp>
      <p:sp>
        <p:nvSpPr>
          <p:cNvPr id="5" name="TextBox 4"/>
          <p:cNvSpPr txBox="1"/>
          <p:nvPr/>
        </p:nvSpPr>
        <p:spPr>
          <a:xfrm>
            <a:off x="640080" y="228600"/>
            <a:ext cx="10789920" cy="685800"/>
          </a:xfrm>
          <a:prstGeom prst="rect">
            <a:avLst/>
          </a:prstGeom>
          <a:noFill/>
        </p:spPr>
        <p:txBody>
          <a:bodyPr wrap="square">
            <a:spAutoFit/>
          </a:bodyPr>
          <a:lstStyle/>
          <a:p>
            <a:pPr>
              <a:defRPr sz="2800" b="1">
                <a:solidFill>
                  <a:srgbClr val="0F2C53"/>
                </a:solidFill>
                <a:latin typeface="Titillium Web SemiBold"/>
              </a:defRPr>
            </a:pPr>
            <a:r>
              <a:t>Illustrative Failure: Why Standard LLMs Break Optical Backbones</a:t>
            </a:r>
          </a:p>
        </p:txBody>
      </p:sp>
      <p:sp>
        <p:nvSpPr>
          <p:cNvPr id="6" name="Rectangle 5"/>
          <p:cNvSpPr/>
          <p:nvPr/>
        </p:nvSpPr>
        <p:spPr>
          <a:xfrm>
            <a:off x="640080" y="932688"/>
            <a:ext cx="10789920" cy="18288"/>
          </a:xfrm>
          <a:prstGeom prst="rect">
            <a:avLst/>
          </a:prstGeom>
          <a:solidFill>
            <a:srgbClr val="0F2C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1188720"/>
            <a:ext cx="5212080" cy="4297680"/>
          </a:xfrm>
          <a:prstGeom prst="roundRect">
            <a:avLst/>
          </a:prstGeom>
          <a:solidFill>
            <a:srgbClr val="F4F6F9"/>
          </a:solidFill>
          <a:ln w="19050">
            <a:solidFill>
              <a:srgbClr val="8520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85800" y="1188720"/>
            <a:ext cx="5212080" cy="594360"/>
          </a:xfrm>
          <a:prstGeom prst="roundRect">
            <a:avLst/>
          </a:prstGeom>
          <a:solidFill>
            <a:srgbClr val="8520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latin typeface="Titillium Web SemiBold"/>
              </a:defRPr>
            </a:pPr>
            <a:r>
              <a:t>⚠️ Challenge 1: Token Budget Saturation</a:t>
            </a:r>
          </a:p>
        </p:txBody>
      </p:sp>
      <p:sp>
        <p:nvSpPr>
          <p:cNvPr id="9" name="TextBox 8"/>
          <p:cNvSpPr txBox="1"/>
          <p:nvPr/>
        </p:nvSpPr>
        <p:spPr>
          <a:xfrm>
            <a:off x="868680" y="1920240"/>
            <a:ext cx="4846320" cy="3429000"/>
          </a:xfrm>
          <a:prstGeom prst="rect">
            <a:avLst/>
          </a:prstGeom>
          <a:noFill/>
        </p:spPr>
        <p:txBody>
          <a:bodyPr wrap="square">
            <a:spAutoFit/>
          </a:bodyPr>
          <a:lstStyle/>
          <a:p>
            <a:pPr>
              <a:spcAft>
                <a:spcPts val="800"/>
              </a:spcAft>
              <a:defRPr sz="1300">
                <a:solidFill>
                  <a:srgbClr val="222222"/>
                </a:solidFill>
                <a:latin typeface="Arial"/>
              </a:defRPr>
            </a:pPr>
            <a:r>
              <a:t>•  Full optical topology payloads (RESTConf JSON) exceed LLM context budgets</a:t>
            </a:r>
          </a:p>
          <a:p>
            <a:pPr>
              <a:spcAft>
                <a:spcPts val="800"/>
              </a:spcAft>
              <a:defRPr sz="1300">
                <a:solidFill>
                  <a:srgbClr val="222222"/>
                </a:solidFill>
                <a:latin typeface="Arial"/>
              </a:defRPr>
            </a:pPr>
            <a:r>
              <a:t>•  In a 100-node core network, telemetry dumps consume tens of thousands of tokens</a:t>
            </a:r>
          </a:p>
          <a:p>
            <a:pPr>
              <a:spcAft>
                <a:spcPts val="800"/>
              </a:spcAft>
              <a:defRPr sz="1300">
                <a:solidFill>
                  <a:srgbClr val="222222"/>
                </a:solidFill>
                <a:latin typeface="Arial"/>
              </a:defRPr>
            </a:pPr>
            <a:r>
              <a:t>•  Induces severe 'lost-in-the-middle' attention degradation</a:t>
            </a:r>
          </a:p>
          <a:p>
            <a:pPr>
              <a:spcAft>
                <a:spcPts val="800"/>
              </a:spcAft>
              <a:defRPr sz="1300">
                <a:solidFill>
                  <a:srgbClr val="222222"/>
                </a:solidFill>
                <a:latin typeface="Arial"/>
              </a:defRPr>
            </a:pPr>
            <a:r>
              <a:t>•  Result: The LLM drops explicit user constraints such as link exclusion rules</a:t>
            </a:r>
          </a:p>
          <a:p>
            <a:pPr>
              <a:spcAft>
                <a:spcPts val="800"/>
              </a:spcAft>
              <a:defRPr sz="1300">
                <a:solidFill>
                  <a:srgbClr val="222222"/>
                </a:solidFill>
                <a:latin typeface="Arial"/>
              </a:defRPr>
            </a:pPr>
            <a:r>
              <a:t>•  High API token cost and unpredictable prompt execution times</a:t>
            </a:r>
          </a:p>
        </p:txBody>
      </p:sp>
      <p:sp>
        <p:nvSpPr>
          <p:cNvPr id="10" name="Rounded Rectangle 9"/>
          <p:cNvSpPr/>
          <p:nvPr/>
        </p:nvSpPr>
        <p:spPr>
          <a:xfrm>
            <a:off x="6217920" y="1188720"/>
            <a:ext cx="5212080" cy="4297680"/>
          </a:xfrm>
          <a:prstGeom prst="roundRect">
            <a:avLst/>
          </a:prstGeom>
          <a:solidFill>
            <a:srgbClr val="F4F6F9"/>
          </a:solidFill>
          <a:ln w="19050">
            <a:solidFill>
              <a:srgbClr val="8520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17920" y="1188720"/>
            <a:ext cx="5212080" cy="594360"/>
          </a:xfrm>
          <a:prstGeom prst="roundRect">
            <a:avLst/>
          </a:prstGeom>
          <a:solidFill>
            <a:srgbClr val="8520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latin typeface="Titillium Web SemiBold"/>
              </a:defRPr>
            </a:pPr>
            <a:r>
              <a:t>🚫 Challenge 2: Hallucinated Physics</a:t>
            </a:r>
          </a:p>
        </p:txBody>
      </p:sp>
      <p:sp>
        <p:nvSpPr>
          <p:cNvPr id="12" name="TextBox 11"/>
          <p:cNvSpPr txBox="1"/>
          <p:nvPr/>
        </p:nvSpPr>
        <p:spPr>
          <a:xfrm>
            <a:off x="6400800" y="1920240"/>
            <a:ext cx="4846320" cy="3429000"/>
          </a:xfrm>
          <a:prstGeom prst="rect">
            <a:avLst/>
          </a:prstGeom>
          <a:noFill/>
        </p:spPr>
        <p:txBody>
          <a:bodyPr wrap="square">
            <a:spAutoFit/>
          </a:bodyPr>
          <a:lstStyle/>
          <a:p>
            <a:pPr>
              <a:spcAft>
                <a:spcPts val="800"/>
              </a:spcAft>
              <a:defRPr sz="1300">
                <a:solidFill>
                  <a:srgbClr val="222222"/>
                </a:solidFill>
                <a:latin typeface="Arial"/>
              </a:defRPr>
            </a:pPr>
            <a:r>
              <a:t>•  LLMs are probabilistic text predictors, not optical physics calculators</a:t>
            </a:r>
          </a:p>
          <a:p>
            <a:pPr>
              <a:spcAft>
                <a:spcPts val="800"/>
              </a:spcAft>
              <a:defRPr sz="1300">
                <a:solidFill>
                  <a:srgbClr val="222222"/>
                </a:solidFill>
                <a:latin typeface="Arial"/>
              </a:defRPr>
            </a:pPr>
            <a:r>
              <a:t>•  Incapable of computing Generalized Signal-to-Noise Ratio (GSNR)</a:t>
            </a:r>
          </a:p>
          <a:p>
            <a:pPr>
              <a:spcAft>
                <a:spcPts val="800"/>
              </a:spcAft>
              <a:defRPr sz="1300">
                <a:solidFill>
                  <a:srgbClr val="222222"/>
                </a:solidFill>
                <a:latin typeface="Arial"/>
              </a:defRPr>
            </a:pPr>
            <a:r>
              <a:t>•  Ignore nonlinear fiber Kerr effects and EDFA noise accumulation</a:t>
            </a:r>
          </a:p>
          <a:p>
            <a:pPr>
              <a:spcAft>
                <a:spcPts val="800"/>
              </a:spcAft>
              <a:defRPr sz="1300">
                <a:solidFill>
                  <a:srgbClr val="222222"/>
                </a:solidFill>
                <a:latin typeface="Arial"/>
              </a:defRPr>
            </a:pPr>
            <a:r>
              <a:t>•  Result: Proposes lightpaths with unfeasible optical Quality of Transmission</a:t>
            </a:r>
          </a:p>
          <a:p>
            <a:pPr>
              <a:spcAft>
                <a:spcPts val="800"/>
              </a:spcAft>
              <a:defRPr sz="1300">
                <a:solidFill>
                  <a:srgbClr val="222222"/>
                </a:solidFill>
                <a:latin typeface="Arial"/>
              </a:defRPr>
            </a:pPr>
            <a:r>
              <a:t>•  Causes severe traffic drop or optical controller rejection upon deployment</a:t>
            </a:r>
          </a:p>
        </p:txBody>
      </p:sp>
      <p:sp>
        <p:nvSpPr>
          <p:cNvPr id="13" name="Rounded Rectangle 12"/>
          <p:cNvSpPr/>
          <p:nvPr/>
        </p:nvSpPr>
        <p:spPr>
          <a:xfrm>
            <a:off x="685800" y="5669280"/>
            <a:ext cx="10744200" cy="594360"/>
          </a:xfrm>
          <a:prstGeom prst="roundRect">
            <a:avLst/>
          </a:prstGeom>
          <a:solidFill>
            <a:srgbClr val="F4F6F9"/>
          </a:solidFill>
          <a:ln w="19050">
            <a:solidFill>
              <a:srgbClr val="0F2C5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0F2C53"/>
                </a:solidFill>
                <a:latin typeface="Titillium Web SemiBold"/>
              </a:defRPr>
            </a:pPr>
            <a:r>
              <a:t>Empirical Risk: Unconstrained LLMs allow up to 34% physically unfeasible routes to reach the optical controller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537960"/>
            <a:ext cx="12191695" cy="320040"/>
          </a:xfrm>
          <a:prstGeom prst="rect">
            <a:avLst/>
          </a:prstGeom>
          <a:solidFill>
            <a:srgbClr val="0F2C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0" y="6537960"/>
            <a:ext cx="2377440" cy="274320"/>
          </a:xfrm>
          <a:prstGeom prst="rect">
            <a:avLst/>
          </a:prstGeom>
          <a:noFill/>
        </p:spPr>
        <p:txBody>
          <a:bodyPr wrap="square">
            <a:spAutoFit/>
          </a:bodyPr>
          <a:lstStyle/>
          <a:p>
            <a:pPr algn="r">
              <a:defRPr sz="1100" b="1">
                <a:solidFill>
                  <a:srgbClr val="FFFFFF"/>
                </a:solidFill>
                <a:latin typeface="Arial"/>
              </a:defRPr>
            </a:pPr>
            <a:r>
              <a:t>POLITECNICO DI MILANO</a:t>
            </a:r>
          </a:p>
        </p:txBody>
      </p:sp>
      <p:sp>
        <p:nvSpPr>
          <p:cNvPr id="4" name="TextBox 3"/>
          <p:cNvSpPr txBox="1"/>
          <p:nvPr/>
        </p:nvSpPr>
        <p:spPr>
          <a:xfrm>
            <a:off x="365760" y="6537960"/>
            <a:ext cx="1371600" cy="274320"/>
          </a:xfrm>
          <a:prstGeom prst="rect">
            <a:avLst/>
          </a:prstGeom>
          <a:noFill/>
        </p:spPr>
        <p:txBody>
          <a:bodyPr wrap="none">
            <a:spAutoFit/>
          </a:bodyPr>
          <a:lstStyle/>
          <a:p>
            <a:pPr>
              <a:defRPr sz="1100">
                <a:solidFill>
                  <a:srgbClr val="FFFFFF"/>
                </a:solidFill>
                <a:latin typeface="Arial"/>
              </a:defRPr>
            </a:pPr>
            <a:r>
              <a:t>5</a:t>
            </a:r>
          </a:p>
        </p:txBody>
      </p:sp>
      <p:sp>
        <p:nvSpPr>
          <p:cNvPr id="5" name="TextBox 4"/>
          <p:cNvSpPr txBox="1"/>
          <p:nvPr/>
        </p:nvSpPr>
        <p:spPr>
          <a:xfrm>
            <a:off x="640080" y="228600"/>
            <a:ext cx="10789920" cy="685800"/>
          </a:xfrm>
          <a:prstGeom prst="rect">
            <a:avLst/>
          </a:prstGeom>
          <a:noFill/>
        </p:spPr>
        <p:txBody>
          <a:bodyPr wrap="square">
            <a:spAutoFit/>
          </a:bodyPr>
          <a:lstStyle/>
          <a:p>
            <a:pPr>
              <a:defRPr sz="2800" b="1">
                <a:solidFill>
                  <a:srgbClr val="0F2C53"/>
                </a:solidFill>
                <a:latin typeface="Titillium Web SemiBold"/>
              </a:defRPr>
            </a:pPr>
            <a:r>
              <a:t>Problem Statement: Inputs, Constraints &amp; Objectives</a:t>
            </a:r>
          </a:p>
        </p:txBody>
      </p:sp>
      <p:sp>
        <p:nvSpPr>
          <p:cNvPr id="6" name="Rectangle 5"/>
          <p:cNvSpPr/>
          <p:nvPr/>
        </p:nvSpPr>
        <p:spPr>
          <a:xfrm>
            <a:off x="640080" y="932688"/>
            <a:ext cx="10789920" cy="18288"/>
          </a:xfrm>
          <a:prstGeom prst="rect">
            <a:avLst/>
          </a:prstGeom>
          <a:solidFill>
            <a:srgbClr val="0F2C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1188720"/>
            <a:ext cx="3444240" cy="5029200"/>
          </a:xfrm>
          <a:prstGeom prst="roundRect">
            <a:avLst/>
          </a:prstGeom>
          <a:solidFill>
            <a:srgbClr val="F4F6F9"/>
          </a:solidFill>
          <a:ln w="19050">
            <a:solidFill>
              <a:srgbClr val="0F2C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85800" y="1188720"/>
            <a:ext cx="3444240" cy="594360"/>
          </a:xfrm>
          <a:prstGeom prst="roundRect">
            <a:avLst/>
          </a:prstGeom>
          <a:solidFill>
            <a:srgbClr val="0F2C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Titillium Web SemiBold"/>
              </a:defRPr>
            </a:pPr>
            <a:r>
              <a:t>📥 1. Given Inputs</a:t>
            </a:r>
          </a:p>
        </p:txBody>
      </p:sp>
      <p:sp>
        <p:nvSpPr>
          <p:cNvPr id="9" name="TextBox 8"/>
          <p:cNvSpPr txBox="1"/>
          <p:nvPr/>
        </p:nvSpPr>
        <p:spPr>
          <a:xfrm>
            <a:off x="822960" y="1920240"/>
            <a:ext cx="3169920" cy="4160520"/>
          </a:xfrm>
          <a:prstGeom prst="rect">
            <a:avLst/>
          </a:prstGeom>
          <a:noFill/>
        </p:spPr>
        <p:txBody>
          <a:bodyPr wrap="square">
            <a:spAutoFit/>
          </a:bodyPr>
          <a:lstStyle/>
          <a:p>
            <a:pPr>
              <a:spcAft>
                <a:spcPts val="600"/>
              </a:spcAft>
              <a:defRPr sz="1200">
                <a:solidFill>
                  <a:srgbClr val="222222"/>
                </a:solidFill>
                <a:latin typeface="Arial"/>
              </a:defRPr>
            </a:pPr>
            <a:r>
              <a:t>•  Unstructured Natural Language intent from operator</a:t>
            </a:r>
          </a:p>
          <a:p>
            <a:pPr>
              <a:spcAft>
                <a:spcPts val="600"/>
              </a:spcAft>
              <a:defRPr sz="1200">
                <a:solidFill>
                  <a:srgbClr val="222222"/>
                </a:solidFill>
                <a:latin typeface="Arial"/>
              </a:defRPr>
            </a:pPr>
            <a:r>
              <a:t>•  Physical topology graph G(V, E) via RESTConf</a:t>
            </a:r>
          </a:p>
          <a:p>
            <a:pPr>
              <a:spcAft>
                <a:spcPts val="600"/>
              </a:spcAft>
              <a:defRPr sz="1200">
                <a:solidFill>
                  <a:srgbClr val="222222"/>
                </a:solidFill>
                <a:latin typeface="Arial"/>
              </a:defRPr>
            </a:pPr>
            <a:r>
              <a:t>•  Link parameters: span lengths, attenuation, dispersion</a:t>
            </a:r>
          </a:p>
          <a:p>
            <a:pPr>
              <a:spcAft>
                <a:spcPts val="600"/>
              </a:spcAft>
              <a:defRPr sz="1200">
                <a:solidFill>
                  <a:srgbClr val="222222"/>
                </a:solidFill>
                <a:latin typeface="Arial"/>
              </a:defRPr>
            </a:pPr>
            <a:r>
              <a:t>•  EDFA amplifier gains and noise figures</a:t>
            </a:r>
          </a:p>
          <a:p>
            <a:pPr>
              <a:spcAft>
                <a:spcPts val="600"/>
              </a:spcAft>
              <a:defRPr sz="1200">
                <a:solidFill>
                  <a:srgbClr val="222222"/>
                </a:solidFill>
                <a:latin typeface="Arial"/>
              </a:defRPr>
            </a:pPr>
            <a:r>
              <a:t>•  Transponder specs: baud rates, modulation formats</a:t>
            </a:r>
          </a:p>
        </p:txBody>
      </p:sp>
      <p:sp>
        <p:nvSpPr>
          <p:cNvPr id="10" name="Rounded Rectangle 9"/>
          <p:cNvSpPr/>
          <p:nvPr/>
        </p:nvSpPr>
        <p:spPr>
          <a:xfrm>
            <a:off x="4358640" y="1188720"/>
            <a:ext cx="3444240" cy="5029200"/>
          </a:xfrm>
          <a:prstGeom prst="roundRect">
            <a:avLst/>
          </a:prstGeom>
          <a:solidFill>
            <a:srgbClr val="F4F6F9"/>
          </a:solidFill>
          <a:ln w="19050">
            <a:solidFill>
              <a:srgbClr val="8520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58640" y="1188720"/>
            <a:ext cx="3444240" cy="594360"/>
          </a:xfrm>
          <a:prstGeom prst="roundRect">
            <a:avLst/>
          </a:prstGeom>
          <a:solidFill>
            <a:srgbClr val="8520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Titillium Web SemiBold"/>
              </a:defRPr>
            </a:pPr>
            <a:r>
              <a:t>🔒 2. Constraints</a:t>
            </a:r>
          </a:p>
        </p:txBody>
      </p:sp>
      <p:sp>
        <p:nvSpPr>
          <p:cNvPr id="12" name="TextBox 11"/>
          <p:cNvSpPr txBox="1"/>
          <p:nvPr/>
        </p:nvSpPr>
        <p:spPr>
          <a:xfrm>
            <a:off x="4495800" y="1920240"/>
            <a:ext cx="3169920" cy="4160520"/>
          </a:xfrm>
          <a:prstGeom prst="rect">
            <a:avLst/>
          </a:prstGeom>
          <a:noFill/>
        </p:spPr>
        <p:txBody>
          <a:bodyPr wrap="square">
            <a:spAutoFit/>
          </a:bodyPr>
          <a:lstStyle/>
          <a:p>
            <a:pPr>
              <a:spcAft>
                <a:spcPts val="600"/>
              </a:spcAft>
              <a:defRPr sz="1200">
                <a:solidFill>
                  <a:srgbClr val="222222"/>
                </a:solidFill>
                <a:latin typeface="Arial"/>
              </a:defRPr>
            </a:pPr>
            <a:r>
              <a:t>•  Semantic alignment: formal model matches intent</a:t>
            </a:r>
          </a:p>
          <a:p>
            <a:pPr>
              <a:spcAft>
                <a:spcPts val="600"/>
              </a:spcAft>
              <a:defRPr sz="1200">
                <a:solidFill>
                  <a:srgbClr val="222222"/>
                </a:solidFill>
                <a:latin typeface="Arial"/>
              </a:defRPr>
            </a:pPr>
            <a:r>
              <a:t>•  Optical GSNR exceeds transponder threshold</a:t>
            </a:r>
          </a:p>
          <a:p>
            <a:pPr>
              <a:spcAft>
                <a:spcPts val="600"/>
              </a:spcAft>
              <a:defRPr sz="1200">
                <a:solidFill>
                  <a:srgbClr val="222222"/>
                </a:solidFill>
                <a:latin typeface="Arial"/>
              </a:defRPr>
            </a:pPr>
            <a:r>
              <a:t>•  Receiver power satisfies sensitivity bounds</a:t>
            </a:r>
          </a:p>
          <a:p>
            <a:pPr>
              <a:spcAft>
                <a:spcPts val="600"/>
              </a:spcAft>
              <a:defRPr sz="1200">
                <a:solidFill>
                  <a:srgbClr val="222222"/>
                </a:solidFill>
                <a:latin typeface="Arial"/>
              </a:defRPr>
            </a:pPr>
            <a:r>
              <a:t>•  Zero spectral overlap and wavelength collision</a:t>
            </a:r>
          </a:p>
          <a:p>
            <a:pPr>
              <a:defRPr sz="1100" b="1">
                <a:solidFill>
                  <a:srgbClr val="85200C"/>
                </a:solidFill>
                <a:latin typeface="Titillium Web SemiBold"/>
              </a:defRPr>
            </a:pPr>
            <a:r>
              <a:t>Formulation:</a:t>
            </a:r>
          </a:p>
          <a:p>
            <a14:m xmlns:a14="http://schemas.microsoft.com/office/drawing/2010/main" xmlns:m="http://schemas.openxmlformats.org/officeDocument/2006/math">
              <m:oMathPara>
                <m:oMath>
                  <m:sSub>
                    <m:e>
                      <m:r>
                        <m:t>U</m:t>
                      </m:r>
                    </m:e>
                    <m:sub>
                      <m:r>
                        <m:t>sem</m:t>
                      </m:r>
                    </m:sub>
                  </m:sSub>
                  <m:r>
                    <m:t> ≤ </m:t>
                  </m:r>
                  <m:sSub>
                    <m:e>
                      <m:r>
                        <m:t>τ</m:t>
                      </m:r>
                    </m:e>
                    <m:sub>
                      <m:r>
                        <m:t>sem</m:t>
                      </m:r>
                    </m:sub>
                  </m:sSub>
                </m:oMath>
              </m:oMathPara>
            </a14:m>
          </a:p>
          <a:p>
            <a14:m xmlns:a14="http://schemas.microsoft.com/office/drawing/2010/main" xmlns:m="http://schemas.openxmlformats.org/officeDocument/2006/math">
              <m:oMathPara>
                <m:oMath>
                  <m:r>
                    <m:t>GSNR ≥ </m:t>
                  </m:r>
                  <m:sSub>
                    <m:e>
                      <m:r>
                        <m:t>GSNR</m:t>
                      </m:r>
                    </m:e>
                    <m:sub>
                      <m:r>
                        <m:t>th</m:t>
                      </m:r>
                    </m:sub>
                  </m:sSub>
                </m:oMath>
              </m:oMathPara>
            </a14:m>
          </a:p>
          <a:p>
            <a14:m xmlns:a14="http://schemas.microsoft.com/office/drawing/2010/main" xmlns:m="http://schemas.openxmlformats.org/officeDocument/2006/math">
              <m:oMathPara>
                <m:oMath>
                  <m:sSub>
                    <m:e>
                      <m:r>
                        <m:t>P</m:t>
                      </m:r>
                    </m:e>
                    <m:sub>
                      <m:r>
                        <m:t>rx</m:t>
                      </m:r>
                    </m:sub>
                  </m:sSub>
                  <m:r>
                    <m:t> ≥ </m:t>
                  </m:r>
                  <m:sSub>
                    <m:e>
                      <m:r>
                        <m:t>P</m:t>
                      </m:r>
                    </m:e>
                    <m:sub>
                      <m:r>
                        <m:t>rx,min</m:t>
                      </m:r>
                    </m:sub>
                  </m:sSub>
                </m:oMath>
              </m:oMathPara>
            </a14:m>
          </a:p>
        </p:txBody>
      </p:sp>
      <p:sp>
        <p:nvSpPr>
          <p:cNvPr id="13" name="Rounded Rectangle 12"/>
          <p:cNvSpPr/>
          <p:nvPr/>
        </p:nvSpPr>
        <p:spPr>
          <a:xfrm>
            <a:off x="8031480" y="1188720"/>
            <a:ext cx="3444240" cy="5029200"/>
          </a:xfrm>
          <a:prstGeom prst="roundRect">
            <a:avLst/>
          </a:prstGeom>
          <a:solidFill>
            <a:srgbClr val="F4F6F9"/>
          </a:solidFill>
          <a:ln w="19050">
            <a:solidFill>
              <a:srgbClr val="1A7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31480" y="1188720"/>
            <a:ext cx="3444240" cy="594360"/>
          </a:xfrm>
          <a:prstGeom prst="roundRect">
            <a:avLst/>
          </a:prstGeom>
          <a:solidFill>
            <a:srgbClr val="1A7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Titillium Web SemiBold"/>
              </a:defRPr>
            </a:pPr>
            <a:r>
              <a:t>🎯 3. Objectives</a:t>
            </a:r>
          </a:p>
        </p:txBody>
      </p:sp>
      <p:sp>
        <p:nvSpPr>
          <p:cNvPr id="15" name="TextBox 14"/>
          <p:cNvSpPr txBox="1"/>
          <p:nvPr/>
        </p:nvSpPr>
        <p:spPr>
          <a:xfrm>
            <a:off x="8168640" y="1920240"/>
            <a:ext cx="3169920" cy="4160520"/>
          </a:xfrm>
          <a:prstGeom prst="rect">
            <a:avLst/>
          </a:prstGeom>
          <a:noFill/>
        </p:spPr>
        <p:txBody>
          <a:bodyPr wrap="square">
            <a:spAutoFit/>
          </a:bodyPr>
          <a:lstStyle/>
          <a:p>
            <a:pPr>
              <a:spcAft>
                <a:spcPts val="600"/>
              </a:spcAft>
              <a:defRPr sz="1200">
                <a:solidFill>
                  <a:srgbClr val="222222"/>
                </a:solidFill>
                <a:latin typeface="Arial"/>
              </a:defRPr>
            </a:pPr>
            <a:r>
              <a:t>•  Zero unfeasible routes reaching network controller</a:t>
            </a:r>
          </a:p>
          <a:p>
            <a:pPr>
              <a:spcAft>
                <a:spcPts val="600"/>
              </a:spcAft>
              <a:defRPr sz="1200">
                <a:solidFill>
                  <a:srgbClr val="222222"/>
                </a:solidFill>
                <a:latin typeface="Arial"/>
              </a:defRPr>
            </a:pPr>
            <a:r>
              <a:t>•  Fail-fast pre-deployment validation pipeline</a:t>
            </a:r>
          </a:p>
          <a:p>
            <a:pPr>
              <a:spcAft>
                <a:spcPts val="600"/>
              </a:spcAft>
              <a:defRPr sz="1200">
                <a:solidFill>
                  <a:srgbClr val="222222"/>
                </a:solidFill>
                <a:latin typeface="Arial"/>
              </a:defRPr>
            </a:pPr>
            <a:r>
              <a:t>•  Selective, risk-proportional HITL engagement</a:t>
            </a:r>
          </a:p>
          <a:p>
            <a:pPr>
              <a:spcAft>
                <a:spcPts val="600"/>
              </a:spcAft>
              <a:defRPr sz="1200">
                <a:solidFill>
                  <a:srgbClr val="222222"/>
                </a:solidFill>
                <a:latin typeface="Arial"/>
              </a:defRPr>
            </a:pPr>
            <a:r>
              <a:t>•  Sub-second deterministic computation time</a:t>
            </a:r>
          </a:p>
          <a:p>
            <a:pPr>
              <a:spcAft>
                <a:spcPts val="600"/>
              </a:spcAft>
              <a:defRPr sz="1200">
                <a:solidFill>
                  <a:srgbClr val="222222"/>
                </a:solidFill>
                <a:latin typeface="Arial"/>
              </a:defRPr>
            </a:pPr>
            <a:r>
              <a:t>•  Auditable planning report for network engineers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537960"/>
            <a:ext cx="12191695" cy="320040"/>
          </a:xfrm>
          <a:prstGeom prst="rect">
            <a:avLst/>
          </a:prstGeom>
          <a:solidFill>
            <a:srgbClr val="0F2C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0" y="6537960"/>
            <a:ext cx="2377440" cy="274320"/>
          </a:xfrm>
          <a:prstGeom prst="rect">
            <a:avLst/>
          </a:prstGeom>
          <a:noFill/>
        </p:spPr>
        <p:txBody>
          <a:bodyPr wrap="square">
            <a:spAutoFit/>
          </a:bodyPr>
          <a:lstStyle/>
          <a:p>
            <a:pPr algn="r">
              <a:defRPr sz="1100" b="1">
                <a:solidFill>
                  <a:srgbClr val="FFFFFF"/>
                </a:solidFill>
                <a:latin typeface="Arial"/>
              </a:defRPr>
            </a:pPr>
            <a:r>
              <a:t>POLITECNICO DI MILANO</a:t>
            </a:r>
          </a:p>
        </p:txBody>
      </p:sp>
      <p:sp>
        <p:nvSpPr>
          <p:cNvPr id="4" name="TextBox 3"/>
          <p:cNvSpPr txBox="1"/>
          <p:nvPr/>
        </p:nvSpPr>
        <p:spPr>
          <a:xfrm>
            <a:off x="365760" y="6537960"/>
            <a:ext cx="1371600" cy="274320"/>
          </a:xfrm>
          <a:prstGeom prst="rect">
            <a:avLst/>
          </a:prstGeom>
          <a:noFill/>
        </p:spPr>
        <p:txBody>
          <a:bodyPr wrap="none">
            <a:spAutoFit/>
          </a:bodyPr>
          <a:lstStyle/>
          <a:p>
            <a:pPr>
              <a:defRPr sz="1100">
                <a:solidFill>
                  <a:srgbClr val="FFFFFF"/>
                </a:solidFill>
                <a:latin typeface="Arial"/>
              </a:defRPr>
            </a:pPr>
            <a:r>
              <a:t>6</a:t>
            </a:r>
          </a:p>
        </p:txBody>
      </p:sp>
      <p:sp>
        <p:nvSpPr>
          <p:cNvPr id="5" name="TextBox 4"/>
          <p:cNvSpPr txBox="1"/>
          <p:nvPr/>
        </p:nvSpPr>
        <p:spPr>
          <a:xfrm>
            <a:off x="640080" y="228600"/>
            <a:ext cx="10789920" cy="685800"/>
          </a:xfrm>
          <a:prstGeom prst="rect">
            <a:avLst/>
          </a:prstGeom>
          <a:noFill/>
        </p:spPr>
        <p:txBody>
          <a:bodyPr wrap="square">
            <a:spAutoFit/>
          </a:bodyPr>
          <a:lstStyle/>
          <a:p>
            <a:pPr>
              <a:defRPr sz="2800" b="1">
                <a:solidFill>
                  <a:srgbClr val="0F2C53"/>
                </a:solidFill>
                <a:latin typeface="Titillium Web SemiBold"/>
              </a:defRPr>
            </a:pPr>
            <a:r>
              <a:t>Proposed Solution: Neurosymbolic Decoupling</a:t>
            </a:r>
          </a:p>
        </p:txBody>
      </p:sp>
      <p:sp>
        <p:nvSpPr>
          <p:cNvPr id="6" name="Rectangle 5"/>
          <p:cNvSpPr/>
          <p:nvPr/>
        </p:nvSpPr>
        <p:spPr>
          <a:xfrm>
            <a:off x="640080" y="932688"/>
            <a:ext cx="10789920" cy="18288"/>
          </a:xfrm>
          <a:prstGeom prst="rect">
            <a:avLst/>
          </a:prstGeom>
          <a:solidFill>
            <a:srgbClr val="0F2C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1188720"/>
            <a:ext cx="5212080" cy="4297680"/>
          </a:xfrm>
          <a:prstGeom prst="roundRect">
            <a:avLst/>
          </a:prstGeom>
          <a:solidFill>
            <a:srgbClr val="F4F6F9"/>
          </a:solidFill>
          <a:ln w="19050">
            <a:solidFill>
              <a:srgbClr val="0F2C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85800" y="1188720"/>
            <a:ext cx="5212080" cy="594360"/>
          </a:xfrm>
          <a:prstGeom prst="roundRect">
            <a:avLst/>
          </a:prstGeom>
          <a:solidFill>
            <a:srgbClr val="0F2C5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latin typeface="Titillium Web SemiBold"/>
              </a:defRPr>
            </a:pPr>
            <a:r>
              <a:t>🧠 Probabilistic Reasoning Layer</a:t>
            </a:r>
          </a:p>
        </p:txBody>
      </p:sp>
      <p:sp>
        <p:nvSpPr>
          <p:cNvPr id="9" name="TextBox 8"/>
          <p:cNvSpPr txBox="1"/>
          <p:nvPr/>
        </p:nvSpPr>
        <p:spPr>
          <a:xfrm>
            <a:off x="868680" y="1920240"/>
            <a:ext cx="4846320" cy="3429000"/>
          </a:xfrm>
          <a:prstGeom prst="rect">
            <a:avLst/>
          </a:prstGeom>
          <a:noFill/>
        </p:spPr>
        <p:txBody>
          <a:bodyPr wrap="square">
            <a:spAutoFit/>
          </a:bodyPr>
          <a:lstStyle/>
          <a:p>
            <a:pPr>
              <a:spcAft>
                <a:spcPts val="800"/>
              </a:spcAft>
              <a:defRPr sz="1300">
                <a:solidFill>
                  <a:srgbClr val="222222"/>
                </a:solidFill>
                <a:latin typeface="Arial"/>
              </a:defRPr>
            </a:pPr>
            <a:r>
              <a:t>•  LLMs Reason, Deterministic Tools Calculate</a:t>
            </a:r>
          </a:p>
          <a:p>
            <a:pPr>
              <a:spcAft>
                <a:spcPts val="800"/>
              </a:spcAft>
              <a:defRPr sz="1300">
                <a:solidFill>
                  <a:srgbClr val="222222"/>
                </a:solidFill>
                <a:latin typeface="Arial"/>
              </a:defRPr>
            </a:pPr>
            <a:r>
              <a:t>•  Prohibit LLMs from performing graph routing or arithmetic</a:t>
            </a:r>
          </a:p>
          <a:p>
            <a:pPr>
              <a:spcAft>
                <a:spcPts val="800"/>
              </a:spcAft>
              <a:defRPr sz="1300">
                <a:solidFill>
                  <a:srgbClr val="222222"/>
                </a:solidFill>
                <a:latin typeface="Arial"/>
              </a:defRPr>
            </a:pPr>
            <a:r>
              <a:t>•  Constrain the LLM strictly to formal linguistic translation</a:t>
            </a:r>
          </a:p>
          <a:p>
            <a:pPr>
              <a:spcAft>
                <a:spcPts val="800"/>
              </a:spcAft>
              <a:defRPr sz="1300">
                <a:solidFill>
                  <a:srgbClr val="222222"/>
                </a:solidFill>
                <a:latin typeface="Arial"/>
              </a:defRPr>
            </a:pPr>
            <a:r>
              <a:t>•  Natural Language is parsed into formal PDDL constraints</a:t>
            </a:r>
          </a:p>
          <a:p>
            <a:pPr>
              <a:spcAft>
                <a:spcPts val="800"/>
              </a:spcAft>
              <a:defRPr sz="1300">
                <a:solidFill>
                  <a:srgbClr val="222222"/>
                </a:solidFill>
                <a:latin typeface="Arial"/>
              </a:defRPr>
            </a:pPr>
            <a:r>
              <a:t>•  Zero hallucination of routing decisions or optical physics</a:t>
            </a:r>
          </a:p>
        </p:txBody>
      </p:sp>
      <p:sp>
        <p:nvSpPr>
          <p:cNvPr id="10" name="Rounded Rectangle 9"/>
          <p:cNvSpPr/>
          <p:nvPr/>
        </p:nvSpPr>
        <p:spPr>
          <a:xfrm>
            <a:off x="6217920" y="1188720"/>
            <a:ext cx="5212080" cy="4297680"/>
          </a:xfrm>
          <a:prstGeom prst="roundRect">
            <a:avLst/>
          </a:prstGeom>
          <a:solidFill>
            <a:srgbClr val="F4F6F9"/>
          </a:solidFill>
          <a:ln w="19050">
            <a:solidFill>
              <a:srgbClr val="1A7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17920" y="1188720"/>
            <a:ext cx="5212080" cy="594360"/>
          </a:xfrm>
          <a:prstGeom prst="roundRect">
            <a:avLst/>
          </a:prstGeom>
          <a:solidFill>
            <a:srgbClr val="1A7F3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latin typeface="Titillium Web SemiBold"/>
              </a:defRPr>
            </a:pPr>
            <a:r>
              <a:t>📐 Deterministic Execution Layer</a:t>
            </a:r>
          </a:p>
        </p:txBody>
      </p:sp>
      <p:sp>
        <p:nvSpPr>
          <p:cNvPr id="12" name="TextBox 11"/>
          <p:cNvSpPr txBox="1"/>
          <p:nvPr/>
        </p:nvSpPr>
        <p:spPr>
          <a:xfrm>
            <a:off x="6400800" y="1920240"/>
            <a:ext cx="4846320" cy="3429000"/>
          </a:xfrm>
          <a:prstGeom prst="rect">
            <a:avLst/>
          </a:prstGeom>
          <a:noFill/>
        </p:spPr>
        <p:txBody>
          <a:bodyPr wrap="square">
            <a:spAutoFit/>
          </a:bodyPr>
          <a:lstStyle/>
          <a:p>
            <a:pPr>
              <a:spcAft>
                <a:spcPts val="800"/>
              </a:spcAft>
              <a:defRPr sz="1300">
                <a:solidFill>
                  <a:srgbClr val="222222"/>
                </a:solidFill>
                <a:latin typeface="Arial"/>
              </a:defRPr>
            </a:pPr>
            <a:r>
              <a:t>•  Path computation delegated to Yen's KSP graph algorithms</a:t>
            </a:r>
          </a:p>
          <a:p>
            <a:pPr>
              <a:spcAft>
                <a:spcPts val="800"/>
              </a:spcAft>
              <a:defRPr sz="1300">
                <a:solidFill>
                  <a:srgbClr val="222222"/>
                </a:solidFill>
                <a:latin typeface="Arial"/>
              </a:defRPr>
            </a:pPr>
            <a:r>
              <a:t>•  Physical validation delegated to analytical GN-model engine</a:t>
            </a:r>
          </a:p>
          <a:p>
            <a:pPr>
              <a:spcAft>
                <a:spcPts val="800"/>
              </a:spcAft>
              <a:defRPr sz="1300">
                <a:solidFill>
                  <a:srgbClr val="222222"/>
                </a:solidFill>
                <a:latin typeface="Arial"/>
              </a:defRPr>
            </a:pPr>
            <a:r>
              <a:t>•  Subtopology extraction via scoped Mock GraphRAG</a:t>
            </a:r>
          </a:p>
          <a:p>
            <a:pPr>
              <a:spcAft>
                <a:spcPts val="800"/>
              </a:spcAft>
              <a:defRPr sz="1300">
                <a:solidFill>
                  <a:srgbClr val="222222"/>
                </a:solidFill>
                <a:latin typeface="Arial"/>
              </a:defRPr>
            </a:pPr>
            <a:r>
              <a:t>•  Pre-deployment safety gate (RADG) verifies feasibility</a:t>
            </a:r>
          </a:p>
          <a:p>
            <a:pPr>
              <a:spcAft>
                <a:spcPts val="800"/>
              </a:spcAft>
              <a:defRPr sz="1300">
                <a:solidFill>
                  <a:srgbClr val="222222"/>
                </a:solidFill>
                <a:latin typeface="Arial"/>
              </a:defRPr>
            </a:pPr>
            <a:r>
              <a:t>•  Guarantees provable physical safety before configuration push</a:t>
            </a:r>
          </a:p>
        </p:txBody>
      </p:sp>
      <p:sp>
        <p:nvSpPr>
          <p:cNvPr id="13" name="Rounded Rectangle 12"/>
          <p:cNvSpPr/>
          <p:nvPr/>
        </p:nvSpPr>
        <p:spPr>
          <a:xfrm>
            <a:off x="685800" y="5669280"/>
            <a:ext cx="10744200" cy="594360"/>
          </a:xfrm>
          <a:prstGeom prst="roundRect">
            <a:avLst/>
          </a:prstGeom>
          <a:solidFill>
            <a:srgbClr val="F4F6F9"/>
          </a:solidFill>
          <a:ln w="19050">
            <a:solidFill>
              <a:srgbClr val="0F2C5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0F2C53"/>
                </a:solidFill>
                <a:latin typeface="Titillium Web SemiBold"/>
              </a:defRPr>
            </a:pPr>
            <a:r>
              <a:t>Core Contributions: [1] Neurosymbolic Pipeline  |  [2] Scoped GraphRAG  |  [3] Risk-Adaptive Gates  |  [4] LangGraph Orchestrator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537960"/>
            <a:ext cx="12191695" cy="320040"/>
          </a:xfrm>
          <a:prstGeom prst="rect">
            <a:avLst/>
          </a:prstGeom>
          <a:solidFill>
            <a:srgbClr val="0F2C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0" y="6537960"/>
            <a:ext cx="2377440" cy="274320"/>
          </a:xfrm>
          <a:prstGeom prst="rect">
            <a:avLst/>
          </a:prstGeom>
          <a:noFill/>
        </p:spPr>
        <p:txBody>
          <a:bodyPr wrap="square">
            <a:spAutoFit/>
          </a:bodyPr>
          <a:lstStyle/>
          <a:p>
            <a:pPr algn="r">
              <a:defRPr sz="1100" b="1">
                <a:solidFill>
                  <a:srgbClr val="FFFFFF"/>
                </a:solidFill>
                <a:latin typeface="Arial"/>
              </a:defRPr>
            </a:pPr>
            <a:r>
              <a:t>POLITECNICO DI MILANO</a:t>
            </a:r>
          </a:p>
        </p:txBody>
      </p:sp>
      <p:sp>
        <p:nvSpPr>
          <p:cNvPr id="4" name="TextBox 3"/>
          <p:cNvSpPr txBox="1"/>
          <p:nvPr/>
        </p:nvSpPr>
        <p:spPr>
          <a:xfrm>
            <a:off x="365760" y="6537960"/>
            <a:ext cx="1371600" cy="274320"/>
          </a:xfrm>
          <a:prstGeom prst="rect">
            <a:avLst/>
          </a:prstGeom>
          <a:noFill/>
        </p:spPr>
        <p:txBody>
          <a:bodyPr wrap="none">
            <a:spAutoFit/>
          </a:bodyPr>
          <a:lstStyle/>
          <a:p>
            <a:pPr>
              <a:defRPr sz="1100">
                <a:solidFill>
                  <a:srgbClr val="FFFFFF"/>
                </a:solidFill>
                <a:latin typeface="Arial"/>
              </a:defRPr>
            </a:pPr>
            <a:r>
              <a:t>7</a:t>
            </a:r>
          </a:p>
        </p:txBody>
      </p:sp>
      <p:sp>
        <p:nvSpPr>
          <p:cNvPr id="5" name="TextBox 4"/>
          <p:cNvSpPr txBox="1"/>
          <p:nvPr/>
        </p:nvSpPr>
        <p:spPr>
          <a:xfrm>
            <a:off x="640080" y="228600"/>
            <a:ext cx="10789920" cy="685800"/>
          </a:xfrm>
          <a:prstGeom prst="rect">
            <a:avLst/>
          </a:prstGeom>
          <a:noFill/>
        </p:spPr>
        <p:txBody>
          <a:bodyPr wrap="square">
            <a:spAutoFit/>
          </a:bodyPr>
          <a:lstStyle/>
          <a:p>
            <a:pPr>
              <a:defRPr sz="2800" b="1">
                <a:solidFill>
                  <a:srgbClr val="0F2C53"/>
                </a:solidFill>
                <a:latin typeface="Titillium Web SemiBold"/>
              </a:defRPr>
            </a:pPr>
            <a:r>
              <a:t>End-to-End System Architecture &amp; Pipeline Flow</a:t>
            </a:r>
          </a:p>
        </p:txBody>
      </p:sp>
      <p:sp>
        <p:nvSpPr>
          <p:cNvPr id="6" name="Rectangle 5"/>
          <p:cNvSpPr/>
          <p:nvPr/>
        </p:nvSpPr>
        <p:spPr>
          <a:xfrm>
            <a:off x="640080" y="932688"/>
            <a:ext cx="10789920" cy="18288"/>
          </a:xfrm>
          <a:prstGeom prst="rect">
            <a:avLst/>
          </a:prstGeom>
          <a:solidFill>
            <a:srgbClr val="0F2C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234440"/>
            <a:ext cx="1325880" cy="3840480"/>
          </a:xfrm>
          <a:prstGeom prst="roundRect">
            <a:avLst/>
          </a:prstGeom>
          <a:solidFill>
            <a:srgbClr val="F4F6F9"/>
          </a:solidFill>
          <a:ln w="1270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wrap="square" tIns="594360" lIns="73152" rIns="73152"/>
          <a:lstStyle/>
          <a:p>
            <a:pPr algn="ctr">
              <a:defRPr sz="1100" b="1">
                <a:solidFill>
                  <a:srgbClr val="0F2C53"/>
                </a:solidFill>
                <a:latin typeface="Titillium Web SemiBold"/>
              </a:defRPr>
            </a:pPr>
            <a:r>
              <a:t>Optical RAG</a:t>
            </a:r>
          </a:p>
          <a:p>
            <a:pPr algn="l">
              <a:spcBef>
                <a:spcPts val="400"/>
              </a:spcBef>
              <a:defRPr sz="1000">
                <a:solidFill>
                  <a:srgbClr val="222222"/>
                </a:solidFill>
                <a:latin typeface="Arial"/>
              </a:defRPr>
            </a:pPr>
            <a:r>
              <a:t>Enrich intent with ITU-T grid &amp; transponders</a:t>
            </a:r>
          </a:p>
        </p:txBody>
      </p:sp>
      <p:sp>
        <p:nvSpPr>
          <p:cNvPr id="8" name="Rounded Rectangle 7"/>
          <p:cNvSpPr/>
          <p:nvPr/>
        </p:nvSpPr>
        <p:spPr>
          <a:xfrm>
            <a:off x="640080" y="1234440"/>
            <a:ext cx="1325880" cy="502920"/>
          </a:xfrm>
          <a:prstGeom prst="roundRect">
            <a:avLst/>
          </a:prstGeom>
          <a:solidFill>
            <a:srgbClr val="0F2C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Titillium Web SemiBold"/>
              </a:defRPr>
            </a:pPr>
            <a:r>
              <a:t>Phase 1</a:t>
            </a:r>
          </a:p>
        </p:txBody>
      </p:sp>
      <p:sp>
        <p:nvSpPr>
          <p:cNvPr id="9" name="Right Arrow 8"/>
          <p:cNvSpPr/>
          <p:nvPr/>
        </p:nvSpPr>
        <p:spPr>
          <a:xfrm>
            <a:off x="2007870" y="2880360"/>
            <a:ext cx="182880" cy="228600"/>
          </a:xfrm>
          <a:prstGeom prst="rightArrow">
            <a:avLst/>
          </a:prstGeom>
          <a:solidFill>
            <a:srgbClr val="0F2C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232660" y="1234440"/>
            <a:ext cx="1325880" cy="3840480"/>
          </a:xfrm>
          <a:prstGeom prst="roundRect">
            <a:avLst/>
          </a:prstGeom>
          <a:solidFill>
            <a:srgbClr val="F4F6F9"/>
          </a:solidFill>
          <a:ln w="1270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wrap="square" tIns="594360" lIns="73152" rIns="73152"/>
          <a:lstStyle/>
          <a:p>
            <a:pPr algn="ctr">
              <a:defRPr sz="1100" b="1">
                <a:solidFill>
                  <a:srgbClr val="0F2C53"/>
                </a:solidFill>
                <a:latin typeface="Titillium Web SemiBold"/>
              </a:defRPr>
            </a:pPr>
            <a:r>
              <a:t>PDDL Parser</a:t>
            </a:r>
          </a:p>
          <a:p>
            <a:pPr algn="l">
              <a:spcBef>
                <a:spcPts val="400"/>
              </a:spcBef>
              <a:defRPr sz="1000">
                <a:solidFill>
                  <a:srgbClr val="222222"/>
                </a:solidFill>
                <a:latin typeface="Arial"/>
              </a:defRPr>
            </a:pPr>
            <a:r>
              <a:t>Translate intent into formal PDDL AST</a:t>
            </a:r>
          </a:p>
        </p:txBody>
      </p:sp>
      <p:sp>
        <p:nvSpPr>
          <p:cNvPr id="11" name="Rounded Rectangle 10"/>
          <p:cNvSpPr/>
          <p:nvPr/>
        </p:nvSpPr>
        <p:spPr>
          <a:xfrm>
            <a:off x="2232660" y="1234440"/>
            <a:ext cx="1325880" cy="502920"/>
          </a:xfrm>
          <a:prstGeom prst="roundRect">
            <a:avLst/>
          </a:prstGeom>
          <a:solidFill>
            <a:srgbClr val="0F2C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Titillium Web SemiBold"/>
              </a:defRPr>
            </a:pPr>
            <a:r>
              <a:t>Phase 2</a:t>
            </a:r>
          </a:p>
        </p:txBody>
      </p:sp>
      <p:sp>
        <p:nvSpPr>
          <p:cNvPr id="12" name="Right Arrow 11"/>
          <p:cNvSpPr/>
          <p:nvPr/>
        </p:nvSpPr>
        <p:spPr>
          <a:xfrm>
            <a:off x="3600450" y="2880360"/>
            <a:ext cx="182880" cy="228600"/>
          </a:xfrm>
          <a:prstGeom prst="rightArrow">
            <a:avLst/>
          </a:prstGeom>
          <a:solidFill>
            <a:srgbClr val="0F2C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825240" y="1234440"/>
            <a:ext cx="1325880" cy="3840480"/>
          </a:xfrm>
          <a:prstGeom prst="roundRect">
            <a:avLst/>
          </a:prstGeom>
          <a:solidFill>
            <a:srgbClr val="F4F6F9"/>
          </a:solidFill>
          <a:ln w="25400">
            <a:solidFill>
              <a:srgbClr val="B07D00"/>
            </a:solidFill>
          </a:ln>
        </p:spPr>
        <p:style>
          <a:lnRef idx="1">
            <a:schemeClr val="accent1"/>
          </a:lnRef>
          <a:fillRef idx="3">
            <a:schemeClr val="accent1"/>
          </a:fillRef>
          <a:effectRef idx="2">
            <a:schemeClr val="accent1"/>
          </a:effectRef>
          <a:fontRef idx="minor">
            <a:schemeClr val="lt1"/>
          </a:fontRef>
        </p:style>
        <p:txBody>
          <a:bodyPr rtlCol="0" anchor="ctr" wrap="square" tIns="594360" lIns="73152" rIns="73152"/>
          <a:lstStyle/>
          <a:p>
            <a:pPr algn="ctr">
              <a:defRPr sz="1100" b="1">
                <a:solidFill>
                  <a:srgbClr val="B07D00"/>
                </a:solidFill>
                <a:latin typeface="Titillium Web SemiBold"/>
              </a:defRPr>
            </a:pPr>
            <a:r>
              <a:t>Semantic Gate</a:t>
            </a:r>
          </a:p>
          <a:p>
            <a:pPr algn="ctr">
              <a:defRPr sz="900" b="1">
                <a:solidFill>
                  <a:srgbClr val="B07D00"/>
                </a:solidFill>
                <a:latin typeface="Titillium Web SemiBold"/>
              </a:defRPr>
            </a:pPr>
            <a:r>
              <a:t>[RISK GATE]</a:t>
            </a:r>
          </a:p>
          <a:p>
            <a:pPr algn="l">
              <a:spcBef>
                <a:spcPts val="400"/>
              </a:spcBef>
              <a:defRPr sz="1000">
                <a:solidFill>
                  <a:srgbClr val="222222"/>
                </a:solidFill>
                <a:latin typeface="Arial"/>
              </a:defRPr>
            </a:pPr>
            <a:r>
              <a:t>Evaluate CFG &amp; Reverse Prompting</a:t>
            </a:r>
          </a:p>
        </p:txBody>
      </p:sp>
      <p:sp>
        <p:nvSpPr>
          <p:cNvPr id="14" name="Rounded Rectangle 13"/>
          <p:cNvSpPr/>
          <p:nvPr/>
        </p:nvSpPr>
        <p:spPr>
          <a:xfrm>
            <a:off x="3825240" y="1234440"/>
            <a:ext cx="1325880" cy="502920"/>
          </a:xfrm>
          <a:prstGeom prst="roundRect">
            <a:avLst/>
          </a:prstGeom>
          <a:solidFill>
            <a:srgbClr val="B07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Titillium Web SemiBold"/>
              </a:defRPr>
            </a:pPr>
            <a:r>
              <a:t>Phase 3</a:t>
            </a:r>
          </a:p>
        </p:txBody>
      </p:sp>
      <p:sp>
        <p:nvSpPr>
          <p:cNvPr id="15" name="Right Arrow 14"/>
          <p:cNvSpPr/>
          <p:nvPr/>
        </p:nvSpPr>
        <p:spPr>
          <a:xfrm>
            <a:off x="5193030" y="2880360"/>
            <a:ext cx="182880" cy="228600"/>
          </a:xfrm>
          <a:prstGeom prst="rightArrow">
            <a:avLst/>
          </a:prstGeom>
          <a:solidFill>
            <a:srgbClr val="0F2C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417820" y="1234440"/>
            <a:ext cx="1325880" cy="3840480"/>
          </a:xfrm>
          <a:prstGeom prst="roundRect">
            <a:avLst/>
          </a:prstGeom>
          <a:solidFill>
            <a:srgbClr val="F4F6F9"/>
          </a:solidFill>
          <a:ln w="1270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wrap="square" tIns="594360" lIns="73152" rIns="73152"/>
          <a:lstStyle/>
          <a:p>
            <a:pPr algn="ctr">
              <a:defRPr sz="1100" b="1">
                <a:solidFill>
                  <a:srgbClr val="0F2C53"/>
                </a:solidFill>
                <a:latin typeface="Titillium Web SemiBold"/>
              </a:defRPr>
            </a:pPr>
            <a:r>
              <a:t>Symbolic Solver</a:t>
            </a:r>
          </a:p>
          <a:p>
            <a:pPr algn="l">
              <a:spcBef>
                <a:spcPts val="400"/>
              </a:spcBef>
              <a:defRPr sz="1000">
                <a:solidFill>
                  <a:srgbClr val="222222"/>
                </a:solidFill>
                <a:latin typeface="Arial"/>
              </a:defRPr>
            </a:pPr>
            <a:r>
              <a:t>Scoped GraphRAG &amp; Yen's KSP routing</a:t>
            </a:r>
          </a:p>
        </p:txBody>
      </p:sp>
      <p:sp>
        <p:nvSpPr>
          <p:cNvPr id="17" name="Rounded Rectangle 16"/>
          <p:cNvSpPr/>
          <p:nvPr/>
        </p:nvSpPr>
        <p:spPr>
          <a:xfrm>
            <a:off x="5417820" y="1234440"/>
            <a:ext cx="1325880" cy="502920"/>
          </a:xfrm>
          <a:prstGeom prst="roundRect">
            <a:avLst/>
          </a:prstGeom>
          <a:solidFill>
            <a:srgbClr val="0F2C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Titillium Web SemiBold"/>
              </a:defRPr>
            </a:pPr>
            <a:r>
              <a:t>Phase 4</a:t>
            </a:r>
          </a:p>
        </p:txBody>
      </p:sp>
      <p:sp>
        <p:nvSpPr>
          <p:cNvPr id="18" name="Right Arrow 17"/>
          <p:cNvSpPr/>
          <p:nvPr/>
        </p:nvSpPr>
        <p:spPr>
          <a:xfrm>
            <a:off x="6785610" y="2880360"/>
            <a:ext cx="182880" cy="228600"/>
          </a:xfrm>
          <a:prstGeom prst="rightArrow">
            <a:avLst/>
          </a:prstGeom>
          <a:solidFill>
            <a:srgbClr val="0F2C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010400" y="1234440"/>
            <a:ext cx="1325880" cy="3840480"/>
          </a:xfrm>
          <a:prstGeom prst="roundRect">
            <a:avLst/>
          </a:prstGeom>
          <a:solidFill>
            <a:srgbClr val="F4F6F9"/>
          </a:solidFill>
          <a:ln w="1270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wrap="square" tIns="594360" lIns="73152" rIns="73152"/>
          <a:lstStyle/>
          <a:p>
            <a:pPr algn="ctr">
              <a:defRPr sz="1100" b="1">
                <a:solidFill>
                  <a:srgbClr val="0F2C53"/>
                </a:solidFill>
                <a:latin typeface="Titillium Web SemiBold"/>
              </a:defRPr>
            </a:pPr>
            <a:r>
              <a:t>QoT Physics</a:t>
            </a:r>
          </a:p>
          <a:p>
            <a:pPr algn="l">
              <a:spcBef>
                <a:spcPts val="400"/>
              </a:spcBef>
              <a:defRPr sz="1000">
                <a:solidFill>
                  <a:srgbClr val="222222"/>
                </a:solidFill>
                <a:latin typeface="Arial"/>
              </a:defRPr>
            </a:pPr>
            <a:r>
              <a:t>Deterministic GN-model GSNR calculation</a:t>
            </a:r>
          </a:p>
        </p:txBody>
      </p:sp>
      <p:sp>
        <p:nvSpPr>
          <p:cNvPr id="20" name="Rounded Rectangle 19"/>
          <p:cNvSpPr/>
          <p:nvPr/>
        </p:nvSpPr>
        <p:spPr>
          <a:xfrm>
            <a:off x="7010400" y="1234440"/>
            <a:ext cx="1325880" cy="502920"/>
          </a:xfrm>
          <a:prstGeom prst="roundRect">
            <a:avLst/>
          </a:prstGeom>
          <a:solidFill>
            <a:srgbClr val="0F2C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Titillium Web SemiBold"/>
              </a:defRPr>
            </a:pPr>
            <a:r>
              <a:t>Phase 5</a:t>
            </a:r>
          </a:p>
        </p:txBody>
      </p:sp>
      <p:sp>
        <p:nvSpPr>
          <p:cNvPr id="21" name="Right Arrow 20"/>
          <p:cNvSpPr/>
          <p:nvPr/>
        </p:nvSpPr>
        <p:spPr>
          <a:xfrm>
            <a:off x="8378190" y="2880360"/>
            <a:ext cx="182880" cy="228600"/>
          </a:xfrm>
          <a:prstGeom prst="rightArrow">
            <a:avLst/>
          </a:prstGeom>
          <a:solidFill>
            <a:srgbClr val="0F2C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602980" y="1234440"/>
            <a:ext cx="1325880" cy="3840480"/>
          </a:xfrm>
          <a:prstGeom prst="roundRect">
            <a:avLst/>
          </a:prstGeom>
          <a:solidFill>
            <a:srgbClr val="F4F6F9"/>
          </a:solidFill>
          <a:ln w="25400">
            <a:solidFill>
              <a:srgbClr val="85200C"/>
            </a:solidFill>
          </a:ln>
        </p:spPr>
        <p:style>
          <a:lnRef idx="1">
            <a:schemeClr val="accent1"/>
          </a:lnRef>
          <a:fillRef idx="3">
            <a:schemeClr val="accent1"/>
          </a:fillRef>
          <a:effectRef idx="2">
            <a:schemeClr val="accent1"/>
          </a:effectRef>
          <a:fontRef idx="minor">
            <a:schemeClr val="lt1"/>
          </a:fontRef>
        </p:style>
        <p:txBody>
          <a:bodyPr rtlCol="0" anchor="ctr" wrap="square" tIns="594360" lIns="73152" rIns="73152"/>
          <a:lstStyle/>
          <a:p>
            <a:pPr algn="ctr">
              <a:defRPr sz="1100" b="1">
                <a:solidFill>
                  <a:srgbClr val="85200C"/>
                </a:solidFill>
                <a:latin typeface="Titillium Web SemiBold"/>
              </a:defRPr>
            </a:pPr>
            <a:r>
              <a:t>Risk Gate (RADG)</a:t>
            </a:r>
          </a:p>
          <a:p>
            <a:pPr algn="ctr">
              <a:defRPr sz="900" b="1">
                <a:solidFill>
                  <a:srgbClr val="85200C"/>
                </a:solidFill>
                <a:latin typeface="Titillium Web SemiBold"/>
              </a:defRPr>
            </a:pPr>
            <a:r>
              <a:t>[RISK GATE]</a:t>
            </a:r>
          </a:p>
          <a:p>
            <a:pPr algn="l">
              <a:spcBef>
                <a:spcPts val="400"/>
              </a:spcBef>
              <a:defRPr sz="1000">
                <a:solidFill>
                  <a:srgbClr val="222222"/>
                </a:solidFill>
                <a:latin typeface="Arial"/>
              </a:defRPr>
            </a:pPr>
            <a:r>
              <a:t>Piecewise decision: Approve / Replan</a:t>
            </a:r>
          </a:p>
        </p:txBody>
      </p:sp>
      <p:sp>
        <p:nvSpPr>
          <p:cNvPr id="23" name="Rounded Rectangle 22"/>
          <p:cNvSpPr/>
          <p:nvPr/>
        </p:nvSpPr>
        <p:spPr>
          <a:xfrm>
            <a:off x="8602980" y="1234440"/>
            <a:ext cx="1325880" cy="502920"/>
          </a:xfrm>
          <a:prstGeom prst="roundRect">
            <a:avLst/>
          </a:prstGeom>
          <a:solidFill>
            <a:srgbClr val="8520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Titillium Web SemiBold"/>
              </a:defRPr>
            </a:pPr>
            <a:r>
              <a:t>Phase 6</a:t>
            </a:r>
          </a:p>
        </p:txBody>
      </p:sp>
      <p:sp>
        <p:nvSpPr>
          <p:cNvPr id="24" name="Right Arrow 23"/>
          <p:cNvSpPr/>
          <p:nvPr/>
        </p:nvSpPr>
        <p:spPr>
          <a:xfrm>
            <a:off x="9970770" y="2880360"/>
            <a:ext cx="182880" cy="228600"/>
          </a:xfrm>
          <a:prstGeom prst="rightArrow">
            <a:avLst/>
          </a:prstGeom>
          <a:solidFill>
            <a:srgbClr val="0F2C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10195560" y="1234440"/>
            <a:ext cx="1325880" cy="3840480"/>
          </a:xfrm>
          <a:prstGeom prst="roundRect">
            <a:avLst/>
          </a:prstGeom>
          <a:solidFill>
            <a:srgbClr val="F4F6F9"/>
          </a:solidFill>
          <a:ln w="1270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wrap="square" tIns="594360" lIns="73152" rIns="73152"/>
          <a:lstStyle/>
          <a:p>
            <a:pPr algn="ctr">
              <a:defRPr sz="1100" b="1">
                <a:solidFill>
                  <a:srgbClr val="0F2C53"/>
                </a:solidFill>
                <a:latin typeface="Titillium Web SemiBold"/>
              </a:defRPr>
            </a:pPr>
            <a:r>
              <a:t>Plan Synthesizer</a:t>
            </a:r>
          </a:p>
          <a:p>
            <a:pPr algn="l">
              <a:spcBef>
                <a:spcPts val="400"/>
              </a:spcBef>
              <a:defRPr sz="1000">
                <a:solidFill>
                  <a:srgbClr val="222222"/>
                </a:solidFill>
                <a:latin typeface="Arial"/>
              </a:defRPr>
            </a:pPr>
            <a:r>
              <a:t>Auditable report &amp; deployment commands</a:t>
            </a:r>
          </a:p>
        </p:txBody>
      </p:sp>
      <p:sp>
        <p:nvSpPr>
          <p:cNvPr id="26" name="Rounded Rectangle 25"/>
          <p:cNvSpPr/>
          <p:nvPr/>
        </p:nvSpPr>
        <p:spPr>
          <a:xfrm>
            <a:off x="10195560" y="1234440"/>
            <a:ext cx="1325880" cy="502920"/>
          </a:xfrm>
          <a:prstGeom prst="roundRect">
            <a:avLst/>
          </a:prstGeom>
          <a:solidFill>
            <a:srgbClr val="0F2C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Titillium Web SemiBold"/>
              </a:defRPr>
            </a:pPr>
            <a:r>
              <a:t>Phase 7</a:t>
            </a:r>
          </a:p>
        </p:txBody>
      </p:sp>
      <p:sp>
        <p:nvSpPr>
          <p:cNvPr id="27" name="Rounded Rectangle 26"/>
          <p:cNvSpPr/>
          <p:nvPr/>
        </p:nvSpPr>
        <p:spPr>
          <a:xfrm>
            <a:off x="640080" y="5349240"/>
            <a:ext cx="5212080" cy="868680"/>
          </a:xfrm>
          <a:prstGeom prst="roundRect">
            <a:avLst/>
          </a:prstGeom>
          <a:solidFill>
            <a:srgbClr val="F4F6F9"/>
          </a:solidFill>
          <a:ln w="19050">
            <a:solidFill>
              <a:srgbClr val="B07D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B07D00"/>
                </a:solidFill>
                <a:latin typeface="Titillium Web SemiBold"/>
              </a:defRPr>
            </a:pPr>
            <a:r>
              <a:t>⏸️ Phase 3b: Clarify Loop (LangGraph interrupt())</a:t>
            </a:r>
          </a:p>
          <a:p>
            <a:pPr>
              <a:defRPr sz="1000">
                <a:solidFill>
                  <a:srgbClr val="222222"/>
                </a:solidFill>
                <a:latin typeface="Arial"/>
              </a:defRPr>
            </a:pPr>
            <a:r>
              <a:t>If U_sem &gt; tau_sem: Pauses execution and prompts operator for intent disambiguation</a:t>
            </a:r>
          </a:p>
        </p:txBody>
      </p:sp>
      <p:sp>
        <p:nvSpPr>
          <p:cNvPr id="28" name="Rounded Rectangle 27"/>
          <p:cNvSpPr/>
          <p:nvPr/>
        </p:nvSpPr>
        <p:spPr>
          <a:xfrm>
            <a:off x="6217920" y="5349240"/>
            <a:ext cx="5212080" cy="868680"/>
          </a:xfrm>
          <a:prstGeom prst="roundRect">
            <a:avLst/>
          </a:prstGeom>
          <a:solidFill>
            <a:srgbClr val="F4F6F9"/>
          </a:solidFill>
          <a:ln w="19050">
            <a:solidFill>
              <a:srgbClr val="85200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85200C"/>
                </a:solidFill>
                <a:latin typeface="Titillium Web SemiBold"/>
              </a:defRPr>
            </a:pPr>
            <a:r>
              <a:t>↺ Phase 6: Suggest Replan Loop (Physics Unfeasible)</a:t>
            </a:r>
          </a:p>
          <a:p>
            <a:pPr>
              <a:defRPr sz="1000">
                <a:solidFill>
                  <a:srgbClr val="222222"/>
                </a:solidFill>
                <a:latin typeface="Arial"/>
              </a:defRPr>
            </a:pPr>
            <a:r>
              <a:t>If QoT_valid = 0: Suggests operator to relax constraints (lower baud rate, alternate link)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537960"/>
            <a:ext cx="12191695" cy="320040"/>
          </a:xfrm>
          <a:prstGeom prst="rect">
            <a:avLst/>
          </a:prstGeom>
          <a:solidFill>
            <a:srgbClr val="0F2C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0" y="6537960"/>
            <a:ext cx="2377440" cy="274320"/>
          </a:xfrm>
          <a:prstGeom prst="rect">
            <a:avLst/>
          </a:prstGeom>
          <a:noFill/>
        </p:spPr>
        <p:txBody>
          <a:bodyPr wrap="square">
            <a:spAutoFit/>
          </a:bodyPr>
          <a:lstStyle/>
          <a:p>
            <a:pPr algn="r">
              <a:defRPr sz="1100" b="1">
                <a:solidFill>
                  <a:srgbClr val="FFFFFF"/>
                </a:solidFill>
                <a:latin typeface="Arial"/>
              </a:defRPr>
            </a:pPr>
            <a:r>
              <a:t>POLITECNICO DI MILANO</a:t>
            </a:r>
          </a:p>
        </p:txBody>
      </p:sp>
      <p:sp>
        <p:nvSpPr>
          <p:cNvPr id="4" name="TextBox 3"/>
          <p:cNvSpPr txBox="1"/>
          <p:nvPr/>
        </p:nvSpPr>
        <p:spPr>
          <a:xfrm>
            <a:off x="365760" y="6537960"/>
            <a:ext cx="1371600" cy="274320"/>
          </a:xfrm>
          <a:prstGeom prst="rect">
            <a:avLst/>
          </a:prstGeom>
          <a:noFill/>
        </p:spPr>
        <p:txBody>
          <a:bodyPr wrap="none">
            <a:spAutoFit/>
          </a:bodyPr>
          <a:lstStyle/>
          <a:p>
            <a:pPr>
              <a:defRPr sz="1100">
                <a:solidFill>
                  <a:srgbClr val="FFFFFF"/>
                </a:solidFill>
                <a:latin typeface="Arial"/>
              </a:defRPr>
            </a:pPr>
            <a:r>
              <a:t>8</a:t>
            </a:r>
          </a:p>
        </p:txBody>
      </p:sp>
      <p:sp>
        <p:nvSpPr>
          <p:cNvPr id="5" name="TextBox 4"/>
          <p:cNvSpPr txBox="1"/>
          <p:nvPr/>
        </p:nvSpPr>
        <p:spPr>
          <a:xfrm>
            <a:off x="640080" y="228600"/>
            <a:ext cx="10789920" cy="685800"/>
          </a:xfrm>
          <a:prstGeom prst="rect">
            <a:avLst/>
          </a:prstGeom>
          <a:noFill/>
        </p:spPr>
        <p:txBody>
          <a:bodyPr wrap="square">
            <a:spAutoFit/>
          </a:bodyPr>
          <a:lstStyle/>
          <a:p>
            <a:pPr>
              <a:defRPr sz="2800" b="1">
                <a:solidFill>
                  <a:srgbClr val="0F2C53"/>
                </a:solidFill>
                <a:latin typeface="Titillium Web SemiBold"/>
              </a:defRPr>
            </a:pPr>
            <a:r>
              <a:t>Overcoming Token Saturation: Scoped Optical GraphRAG</a:t>
            </a:r>
          </a:p>
        </p:txBody>
      </p:sp>
      <p:sp>
        <p:nvSpPr>
          <p:cNvPr id="6" name="Rectangle 5"/>
          <p:cNvSpPr/>
          <p:nvPr/>
        </p:nvSpPr>
        <p:spPr>
          <a:xfrm>
            <a:off x="640080" y="932688"/>
            <a:ext cx="10789920" cy="18288"/>
          </a:xfrm>
          <a:prstGeom prst="rect">
            <a:avLst/>
          </a:prstGeom>
          <a:solidFill>
            <a:srgbClr val="0F2C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1188720"/>
            <a:ext cx="5120640" cy="4892040"/>
          </a:xfrm>
          <a:prstGeom prst="roundRect">
            <a:avLst/>
          </a:prstGeom>
          <a:solidFill>
            <a:srgbClr val="F4F6F9"/>
          </a:solidFill>
          <a:ln w="19050">
            <a:solidFill>
              <a:srgbClr val="0F2C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85800" y="1188720"/>
            <a:ext cx="5120640" cy="594360"/>
          </a:xfrm>
          <a:prstGeom prst="roundRect">
            <a:avLst/>
          </a:prstGeom>
          <a:solidFill>
            <a:srgbClr val="0F2C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latin typeface="Titillium Web SemiBold"/>
              </a:defRPr>
            </a:pPr>
            <a:r>
              <a:t>🌐 Deterministic k-hop Subtopology Scoping</a:t>
            </a:r>
          </a:p>
        </p:txBody>
      </p:sp>
      <p:sp>
        <p:nvSpPr>
          <p:cNvPr id="9" name="TextBox 8"/>
          <p:cNvSpPr txBox="1"/>
          <p:nvPr/>
        </p:nvSpPr>
        <p:spPr>
          <a:xfrm>
            <a:off x="868680" y="1874520"/>
            <a:ext cx="4754880" cy="4114800"/>
          </a:xfrm>
          <a:prstGeom prst="rect">
            <a:avLst/>
          </a:prstGeom>
          <a:noFill/>
        </p:spPr>
        <p:txBody>
          <a:bodyPr wrap="square">
            <a:spAutoFit/>
          </a:bodyPr>
          <a:lstStyle/>
          <a:p>
            <a:pPr>
              <a:spcAft>
                <a:spcPts val="800"/>
              </a:spcAft>
              <a:defRPr sz="1200">
                <a:solidFill>
                  <a:srgbClr val="222222"/>
                </a:solidFill>
                <a:latin typeface="Arial"/>
              </a:defRPr>
            </a:pPr>
            <a:r>
              <a:t>•  Full topology dumps overwhelm LLM context windows</a:t>
            </a:r>
          </a:p>
          <a:p>
            <a:pPr>
              <a:spcAft>
                <a:spcPts val="800"/>
              </a:spcAft>
              <a:defRPr sz="1200">
                <a:solidFill>
                  <a:srgbClr val="222222"/>
                </a:solidFill>
                <a:latin typeface="Arial"/>
              </a:defRPr>
            </a:pPr>
            <a:r>
              <a:t>•  Raw JSON contains excessive telemetry: ROADM ports, EDFAs, fibers</a:t>
            </a:r>
          </a:p>
          <a:p>
            <a:pPr>
              <a:spcAft>
                <a:spcPts val="800"/>
              </a:spcAft>
              <a:defRPr sz="1200">
                <a:solidFill>
                  <a:srgbClr val="222222"/>
                </a:solidFill>
                <a:latin typeface="Arial"/>
              </a:defRPr>
            </a:pPr>
            <a:r>
              <a:t>•  Mock GraphRAG extracts only the k-hop neighborhood between endpoints</a:t>
            </a:r>
          </a:p>
          <a:p>
            <a:pPr>
              <a:spcAft>
                <a:spcPts val="800"/>
              </a:spcAft>
              <a:defRPr sz="1200">
                <a:solidFill>
                  <a:srgbClr val="222222"/>
                </a:solidFill>
                <a:latin typeface="Arial"/>
              </a:defRPr>
            </a:pPr>
            <a:r>
              <a:t>•  Filters out irrelevant core subnets, links, and unused transponders</a:t>
            </a:r>
          </a:p>
          <a:p>
            <a:pPr>
              <a:spcAft>
                <a:spcPts val="800"/>
              </a:spcAft>
              <a:defRPr sz="1200">
                <a:solidFill>
                  <a:srgbClr val="222222"/>
                </a:solidFill>
                <a:latin typeface="Arial"/>
              </a:defRPr>
            </a:pPr>
            <a:r>
              <a:t>•  Quantitative Impact: Over 75% reduction in prompt token payload</a:t>
            </a:r>
          </a:p>
          <a:p>
            <a:pPr>
              <a:spcAft>
                <a:spcPts val="800"/>
              </a:spcAft>
              <a:defRPr sz="1200">
                <a:solidFill>
                  <a:srgbClr val="222222"/>
                </a:solidFill>
                <a:latin typeface="Arial"/>
              </a:defRPr>
            </a:pPr>
            <a:r>
              <a:t>•  Sub-millisecond graph extraction: O(V + E) executed in pure Python</a:t>
            </a:r>
          </a:p>
          <a:p>
            <a:pPr>
              <a:spcAft>
                <a:spcPts val="800"/>
              </a:spcAft>
              <a:defRPr sz="1200">
                <a:solidFill>
                  <a:srgbClr val="222222"/>
                </a:solidFill>
                <a:latin typeface="Arial"/>
              </a:defRPr>
            </a:pPr>
            <a:r>
              <a:t>•  Guarantees sharp LLM attention focus on active optical constraints</a:t>
            </a:r>
          </a:p>
        </p:txBody>
      </p:sp>
      <p:sp>
        <p:nvSpPr>
          <p:cNvPr id="10" name="Rounded Rectangle 9"/>
          <p:cNvSpPr/>
          <p:nvPr/>
        </p:nvSpPr>
        <p:spPr>
          <a:xfrm>
            <a:off x="6080760" y="1188720"/>
            <a:ext cx="5394960" cy="4892040"/>
          </a:xfrm>
          <a:prstGeom prst="roundRect">
            <a:avLst/>
          </a:prstGeom>
          <a:solidFill>
            <a:srgbClr val="F4F6F9"/>
          </a:solidFill>
          <a:ln w="19050">
            <a:solidFill>
              <a:srgbClr val="5A6B82"/>
            </a:solidFill>
            <a:prstDash val="dash"/>
          </a:ln>
        </p:spPr>
        <p:style>
          <a:lnRef idx="1">
            <a:schemeClr val="accent1"/>
          </a:lnRef>
          <a:fillRef idx="3">
            <a:schemeClr val="accent1"/>
          </a:fillRef>
          <a:effectRef idx="2">
            <a:schemeClr val="accent1"/>
          </a:effectRef>
          <a:fontRef idx="minor">
            <a:schemeClr val="lt1"/>
          </a:fontRef>
        </p:style>
        <p:txBody>
          <a:bodyPr rtlCol="0" anchor="ctr" wrap="square" lIns="228600" rIns="228600" tIns="274320"/>
          <a:lstStyle/>
          <a:p>
            <a:pPr algn="ctr">
              <a:defRPr sz="3200">
                <a:latin typeface="Segoe UI Emoji"/>
              </a:defRPr>
            </a:pPr>
            <a:r>
              <a:t>📊</a:t>
            </a:r>
          </a:p>
          <a:p>
            <a:pPr algn="ctr">
              <a:defRPr sz="1500" b="1">
                <a:solidFill>
                  <a:srgbClr val="0F2C53"/>
                </a:solidFill>
                <a:latin typeface="Titillium Web SemiBold"/>
              </a:defRPr>
            </a:pPr>
            <a:r>
              <a:t>Visual Diagram: Full 17-Node Backbone vs Scoped 2-Hop Subtopology</a:t>
            </a:r>
          </a:p>
          <a:p>
            <a:pPr algn="ctr">
              <a:defRPr sz="1100">
                <a:solidFill>
                  <a:srgbClr val="5A6B82"/>
                </a:solidFill>
                <a:latin typeface="Arial"/>
              </a:defRPr>
            </a:pPr>
            <a:r>
              <a:t>(Target: 4:3 Network Topology &amp; Subtopology Diagram — Replace in PowerPoint)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537960"/>
            <a:ext cx="12191695" cy="320040"/>
          </a:xfrm>
          <a:prstGeom prst="rect">
            <a:avLst/>
          </a:prstGeom>
          <a:solidFill>
            <a:srgbClr val="0F2C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0" y="6537960"/>
            <a:ext cx="2377440" cy="274320"/>
          </a:xfrm>
          <a:prstGeom prst="rect">
            <a:avLst/>
          </a:prstGeom>
          <a:noFill/>
        </p:spPr>
        <p:txBody>
          <a:bodyPr wrap="square">
            <a:spAutoFit/>
          </a:bodyPr>
          <a:lstStyle/>
          <a:p>
            <a:pPr algn="r">
              <a:defRPr sz="1100" b="1">
                <a:solidFill>
                  <a:srgbClr val="FFFFFF"/>
                </a:solidFill>
                <a:latin typeface="Arial"/>
              </a:defRPr>
            </a:pPr>
            <a:r>
              <a:t>POLITECNICO DI MILANO</a:t>
            </a:r>
          </a:p>
        </p:txBody>
      </p:sp>
      <p:sp>
        <p:nvSpPr>
          <p:cNvPr id="4" name="TextBox 3"/>
          <p:cNvSpPr txBox="1"/>
          <p:nvPr/>
        </p:nvSpPr>
        <p:spPr>
          <a:xfrm>
            <a:off x="365760" y="6537960"/>
            <a:ext cx="1371600" cy="274320"/>
          </a:xfrm>
          <a:prstGeom prst="rect">
            <a:avLst/>
          </a:prstGeom>
          <a:noFill/>
        </p:spPr>
        <p:txBody>
          <a:bodyPr wrap="none">
            <a:spAutoFit/>
          </a:bodyPr>
          <a:lstStyle/>
          <a:p>
            <a:pPr>
              <a:defRPr sz="1100">
                <a:solidFill>
                  <a:srgbClr val="FFFFFF"/>
                </a:solidFill>
                <a:latin typeface="Arial"/>
              </a:defRPr>
            </a:pPr>
            <a:r>
              <a:t>9</a:t>
            </a:r>
          </a:p>
        </p:txBody>
      </p:sp>
      <p:sp>
        <p:nvSpPr>
          <p:cNvPr id="5" name="TextBox 4"/>
          <p:cNvSpPr txBox="1"/>
          <p:nvPr/>
        </p:nvSpPr>
        <p:spPr>
          <a:xfrm>
            <a:off x="640080" y="228600"/>
            <a:ext cx="10789920" cy="685800"/>
          </a:xfrm>
          <a:prstGeom prst="rect">
            <a:avLst/>
          </a:prstGeom>
          <a:noFill/>
        </p:spPr>
        <p:txBody>
          <a:bodyPr wrap="square">
            <a:spAutoFit/>
          </a:bodyPr>
          <a:lstStyle/>
          <a:p>
            <a:pPr>
              <a:defRPr sz="2800" b="1">
                <a:solidFill>
                  <a:srgbClr val="0F2C53"/>
                </a:solidFill>
                <a:latin typeface="Titillium Web SemiBold"/>
              </a:defRPr>
            </a:pPr>
            <a:r>
              <a:t>Overcoming Semantic Drift: Reverse Prompting &amp; HITL</a:t>
            </a:r>
          </a:p>
        </p:txBody>
      </p:sp>
      <p:sp>
        <p:nvSpPr>
          <p:cNvPr id="6" name="Rectangle 5"/>
          <p:cNvSpPr/>
          <p:nvPr/>
        </p:nvSpPr>
        <p:spPr>
          <a:xfrm>
            <a:off x="640080" y="932688"/>
            <a:ext cx="10789920" cy="18288"/>
          </a:xfrm>
          <a:prstGeom prst="rect">
            <a:avLst/>
          </a:prstGeom>
          <a:solidFill>
            <a:srgbClr val="0F2C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1188720"/>
            <a:ext cx="5212080" cy="4297680"/>
          </a:xfrm>
          <a:prstGeom prst="roundRect">
            <a:avLst/>
          </a:prstGeom>
          <a:solidFill>
            <a:srgbClr val="F4F6F9"/>
          </a:solidFill>
          <a:ln w="19050">
            <a:solidFill>
              <a:srgbClr val="0F2C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85800" y="1188720"/>
            <a:ext cx="5212080" cy="594360"/>
          </a:xfrm>
          <a:prstGeom prst="roundRect">
            <a:avLst/>
          </a:prstGeom>
          <a:solidFill>
            <a:srgbClr val="0F2C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latin typeface="Titillium Web SemiBold"/>
              </a:defRPr>
            </a:pPr>
            <a:r>
              <a:t>🧠 Two-Layer Semantic Uncertainty (U_sem)</a:t>
            </a:r>
          </a:p>
        </p:txBody>
      </p:sp>
      <p:sp>
        <p:nvSpPr>
          <p:cNvPr id="9" name="TextBox 8"/>
          <p:cNvSpPr txBox="1"/>
          <p:nvPr/>
        </p:nvSpPr>
        <p:spPr>
          <a:xfrm>
            <a:off x="868680" y="1874519"/>
            <a:ext cx="4846320" cy="3520440"/>
          </a:xfrm>
          <a:prstGeom prst="rect">
            <a:avLst/>
          </a:prstGeom>
          <a:noFill/>
        </p:spPr>
        <p:txBody>
          <a:bodyPr wrap="square">
            <a:spAutoFit/>
          </a:bodyPr>
          <a:lstStyle/>
          <a:p>
            <a:pPr>
              <a:spcAft>
                <a:spcPts val="600"/>
              </a:spcAft>
              <a:defRPr sz="1200">
                <a:solidFill>
                  <a:srgbClr val="222222"/>
                </a:solidFill>
                <a:latin typeface="Arial"/>
              </a:defRPr>
            </a:pPr>
            <a:r>
              <a:t>•  Layer 1 (Structural): CFG regex AST check instantly catches syntax errors</a:t>
            </a:r>
          </a:p>
          <a:p>
            <a:pPr>
              <a:spcAft>
                <a:spcPts val="600"/>
              </a:spcAft>
              <a:defRPr sz="1200">
                <a:solidFill>
                  <a:srgbClr val="222222"/>
                </a:solidFill>
                <a:latin typeface="Arial"/>
              </a:defRPr>
            </a:pPr>
            <a:r>
              <a:t>•  Layer 2 (Semantic): Reverse Prompting reconstructs NL directly from PDDL</a:t>
            </a:r>
          </a:p>
          <a:p>
            <a:pPr>
              <a:spcAft>
                <a:spcPts val="600"/>
              </a:spcAft>
              <a:defRPr sz="1200">
                <a:solidFill>
                  <a:srgbClr val="222222"/>
                </a:solidFill>
                <a:latin typeface="Arial"/>
              </a:defRPr>
            </a:pPr>
            <a:r>
              <a:t>•  Independent LLM judge measures semantic discrepancy d_sem in [0, 1]</a:t>
            </a:r>
          </a:p>
          <a:p>
            <a:pPr>
              <a:spcBef>
                <a:spcPts val="400"/>
              </a:spcBef>
              <a:defRPr sz="1200" b="1">
                <a:solidFill>
                  <a:srgbClr val="0F2C53"/>
                </a:solidFill>
                <a:latin typeface="Titillium Web SemiBold"/>
              </a:defRPr>
            </a:pPr>
            <a:r>
              <a:t>Uncertainty Formulation:</a:t>
            </a:r>
          </a:p>
          <a:p>
            <a:pPr algn="ctr"/>
            <a14:m xmlns:a14="http://schemas.microsoft.com/office/drawing/2010/main" xmlns:m="http://schemas.openxmlformats.org/officeDocument/2006/math">
              <m:oMathPara>
                <m:oMath>
                  <m:sSub>
                    <m:e>
                      <m:r>
                        <m:t>U</m:t>
                      </m:r>
                    </m:e>
                    <m:sub>
                      <m:r>
                        <m:t>sem</m:t>
                      </m:r>
                    </m:sub>
                  </m:sSub>
                  <m:r>
                    <m:t> = </m:t>
                  </m:r>
                  <m:d>
                    <m:dPr>
                      <m:begChr m:val="{"/>
                      <m:endChr m:val=""/>
                      <m:grow m:val="1"/>
                    </m:dPr>
                    <m:e>
                      <m:eqArr>
                        <m:e>
                          <m:r>
                            <m:t>1        if </m:t>
                          </m:r>
                          <m:sSub>
                            <m:e>
                              <m:r>
                                <m:t>v</m:t>
                              </m:r>
                            </m:e>
                            <m:sub>
                              <m:r>
                                <m:t>struct</m:t>
                              </m:r>
                            </m:sub>
                          </m:sSub>
                          <m:r>
                            <m:t> = 0</m:t>
                          </m:r>
                        </m:e>
                        <m:e>
                          <m:sSub>
                            <m:e>
                              <m:r>
                                <m:t>d</m:t>
                              </m:r>
                            </m:e>
                            <m:sub>
                              <m:r>
                                <m:t>sem</m:t>
                              </m:r>
                            </m:sub>
                          </m:sSub>
                          <m:r>
                            <m:t>    if </m:t>
                          </m:r>
                          <m:sSub>
                            <m:e>
                              <m:r>
                                <m:t>v</m:t>
                              </m:r>
                            </m:e>
                            <m:sub>
                              <m:r>
                                <m:t>struct</m:t>
                              </m:r>
                            </m:sub>
                          </m:sSub>
                          <m:r>
                            <m:t> = 1</m:t>
                          </m:r>
                        </m:e>
                      </m:eqArr>
                    </m:e>
                  </m:d>
                </m:oMath>
              </m:oMathPara>
            </a14:m>
          </a:p>
        </p:txBody>
      </p:sp>
      <p:sp>
        <p:nvSpPr>
          <p:cNvPr id="10" name="Rounded Rectangle 9"/>
          <p:cNvSpPr/>
          <p:nvPr/>
        </p:nvSpPr>
        <p:spPr>
          <a:xfrm>
            <a:off x="6217920" y="1188720"/>
            <a:ext cx="5212080" cy="4297680"/>
          </a:xfrm>
          <a:prstGeom prst="roundRect">
            <a:avLst/>
          </a:prstGeom>
          <a:solidFill>
            <a:srgbClr val="F4F6F9"/>
          </a:solidFill>
          <a:ln w="19050">
            <a:solidFill>
              <a:srgbClr val="B07D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17920" y="1188720"/>
            <a:ext cx="5212080" cy="594360"/>
          </a:xfrm>
          <a:prstGeom prst="roundRect">
            <a:avLst/>
          </a:prstGeom>
          <a:solidFill>
            <a:srgbClr val="B07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latin typeface="Titillium Web SemiBold"/>
              </a:defRPr>
            </a:pPr>
            <a:r>
              <a:t>⏸️ Fail-Fast HITL Clarification Loop</a:t>
            </a:r>
          </a:p>
        </p:txBody>
      </p:sp>
      <p:sp>
        <p:nvSpPr>
          <p:cNvPr id="12" name="TextBox 11"/>
          <p:cNvSpPr txBox="1"/>
          <p:nvPr/>
        </p:nvSpPr>
        <p:spPr>
          <a:xfrm>
            <a:off x="6400800" y="1874519"/>
            <a:ext cx="4846320" cy="3520440"/>
          </a:xfrm>
          <a:prstGeom prst="rect">
            <a:avLst/>
          </a:prstGeom>
          <a:noFill/>
        </p:spPr>
        <p:txBody>
          <a:bodyPr wrap="square">
            <a:spAutoFit/>
          </a:bodyPr>
          <a:lstStyle/>
          <a:p>
            <a:pPr>
              <a:spcAft>
                <a:spcPts val="600"/>
              </a:spcAft>
              <a:defRPr sz="1200">
                <a:solidFill>
                  <a:srgbClr val="222222"/>
                </a:solidFill>
                <a:latin typeface="Arial"/>
              </a:defRPr>
            </a:pPr>
            <a:r>
              <a:t>•  Evaluated BEFORE invoking graph solvers or physical tools</a:t>
            </a:r>
          </a:p>
          <a:p>
            <a:pPr>
              <a:spcAft>
                <a:spcPts val="600"/>
              </a:spcAft>
              <a:defRPr sz="1200">
                <a:solidFill>
                  <a:srgbClr val="222222"/>
                </a:solidFill>
                <a:latin typeface="Arial"/>
              </a:defRPr>
            </a:pPr>
            <a:r>
              <a:t>•  If U_sem &gt; tau_sem: Pipeline pauses via LangGraph interrupt()</a:t>
            </a:r>
          </a:p>
          <a:p>
            <a:pPr>
              <a:spcAft>
                <a:spcPts val="600"/>
              </a:spcAft>
              <a:defRPr sz="1200">
                <a:solidFill>
                  <a:srgbClr val="222222"/>
                </a:solidFill>
                <a:latin typeface="Arial"/>
              </a:defRPr>
            </a:pPr>
            <a:r>
              <a:t>•  Prompts operator to clarify ambiguous parameters or missing nodes</a:t>
            </a:r>
          </a:p>
          <a:p>
            <a:pPr>
              <a:spcAft>
                <a:spcPts val="600"/>
              </a:spcAft>
              <a:defRPr sz="1200">
                <a:solidFill>
                  <a:srgbClr val="222222"/>
                </a:solidFill>
                <a:latin typeface="Arial"/>
              </a:defRPr>
            </a:pPr>
            <a:r>
              <a:t>•  Eliminates infinite trial-and-error conversational loops</a:t>
            </a:r>
          </a:p>
          <a:p>
            <a:pPr>
              <a:spcAft>
                <a:spcPts val="600"/>
              </a:spcAft>
              <a:defRPr sz="1200">
                <a:solidFill>
                  <a:srgbClr val="222222"/>
                </a:solidFill>
                <a:latin typeface="Arial"/>
              </a:defRPr>
            </a:pPr>
            <a:r>
              <a:t>•  Guarantees that downstream tools receive mathematically verified intent</a:t>
            </a:r>
          </a:p>
          <a:p>
            <a:pPr>
              <a:spcAft>
                <a:spcPts val="600"/>
              </a:spcAft>
              <a:defRPr sz="1200">
                <a:solidFill>
                  <a:srgbClr val="222222"/>
                </a:solidFill>
                <a:latin typeface="Arial"/>
              </a:defRPr>
            </a:pPr>
            <a:r>
              <a:t>•  If operator approves valid syntax: Bypasses parsing straight to solver</a:t>
            </a:r>
          </a:p>
        </p:txBody>
      </p:sp>
      <p:sp>
        <p:nvSpPr>
          <p:cNvPr id="13" name="Rounded Rectangle 12"/>
          <p:cNvSpPr/>
          <p:nvPr/>
        </p:nvSpPr>
        <p:spPr>
          <a:xfrm>
            <a:off x="685800" y="5669280"/>
            <a:ext cx="10744200" cy="594360"/>
          </a:xfrm>
          <a:prstGeom prst="roundRect">
            <a:avLst/>
          </a:prstGeom>
          <a:solidFill>
            <a:srgbClr val="F4F6F9"/>
          </a:solidFill>
          <a:ln w="19050">
            <a:solidFill>
              <a:srgbClr val="1A7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1A7F37"/>
                </a:solidFill>
                <a:latin typeface="Titillium Web SemiBold"/>
              </a:defRPr>
            </a:pPr>
            <a:r>
              <a:t>Fail-Fast Guarantee: Zero computational waste on physics simulation when intent is ambiguous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537960"/>
            <a:ext cx="12191695" cy="320040"/>
          </a:xfrm>
          <a:prstGeom prst="rect">
            <a:avLst/>
          </a:prstGeom>
          <a:solidFill>
            <a:srgbClr val="0F2C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0" y="6537960"/>
            <a:ext cx="2377440" cy="274320"/>
          </a:xfrm>
          <a:prstGeom prst="rect">
            <a:avLst/>
          </a:prstGeom>
          <a:noFill/>
        </p:spPr>
        <p:txBody>
          <a:bodyPr wrap="square">
            <a:spAutoFit/>
          </a:bodyPr>
          <a:lstStyle/>
          <a:p>
            <a:pPr algn="r">
              <a:defRPr sz="1100" b="1">
                <a:solidFill>
                  <a:srgbClr val="FFFFFF"/>
                </a:solidFill>
                <a:latin typeface="Arial"/>
              </a:defRPr>
            </a:pPr>
            <a:r>
              <a:t>POLITECNICO DI MILANO</a:t>
            </a:r>
          </a:p>
        </p:txBody>
      </p:sp>
      <p:sp>
        <p:nvSpPr>
          <p:cNvPr id="4" name="TextBox 3"/>
          <p:cNvSpPr txBox="1"/>
          <p:nvPr/>
        </p:nvSpPr>
        <p:spPr>
          <a:xfrm>
            <a:off x="365760" y="6537960"/>
            <a:ext cx="1371600" cy="274320"/>
          </a:xfrm>
          <a:prstGeom prst="rect">
            <a:avLst/>
          </a:prstGeom>
          <a:noFill/>
        </p:spPr>
        <p:txBody>
          <a:bodyPr wrap="none">
            <a:spAutoFit/>
          </a:bodyPr>
          <a:lstStyle/>
          <a:p>
            <a:pPr>
              <a:defRPr sz="1100">
                <a:solidFill>
                  <a:srgbClr val="FFFFFF"/>
                </a:solidFill>
                <a:latin typeface="Arial"/>
              </a:defRPr>
            </a:pPr>
            <a:r>
              <a:t>10</a:t>
            </a:r>
          </a:p>
        </p:txBody>
      </p:sp>
      <p:sp>
        <p:nvSpPr>
          <p:cNvPr id="5" name="TextBox 4"/>
          <p:cNvSpPr txBox="1"/>
          <p:nvPr/>
        </p:nvSpPr>
        <p:spPr>
          <a:xfrm>
            <a:off x="640080" y="228600"/>
            <a:ext cx="10789920" cy="685800"/>
          </a:xfrm>
          <a:prstGeom prst="rect">
            <a:avLst/>
          </a:prstGeom>
          <a:noFill/>
        </p:spPr>
        <p:txBody>
          <a:bodyPr wrap="square">
            <a:spAutoFit/>
          </a:bodyPr>
          <a:lstStyle/>
          <a:p>
            <a:pPr>
              <a:defRPr sz="2800" b="1">
                <a:solidFill>
                  <a:srgbClr val="0F2C53"/>
                </a:solidFill>
                <a:latin typeface="Titillium Web SemiBold"/>
              </a:defRPr>
            </a:pPr>
            <a:r>
              <a:t>Pre-Deployment Risk Gate: The RADG Decision Function</a:t>
            </a:r>
          </a:p>
        </p:txBody>
      </p:sp>
      <p:sp>
        <p:nvSpPr>
          <p:cNvPr id="6" name="Rectangle 5"/>
          <p:cNvSpPr/>
          <p:nvPr/>
        </p:nvSpPr>
        <p:spPr>
          <a:xfrm>
            <a:off x="640080" y="932688"/>
            <a:ext cx="10789920" cy="18288"/>
          </a:xfrm>
          <a:prstGeom prst="rect">
            <a:avLst/>
          </a:prstGeom>
          <a:solidFill>
            <a:srgbClr val="0F2C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1188720"/>
            <a:ext cx="10789920" cy="2011680"/>
          </a:xfrm>
          <a:prstGeom prst="roundRect">
            <a:avLst/>
          </a:prstGeom>
          <a:solidFill>
            <a:srgbClr val="F4F6F9"/>
          </a:solidFill>
          <a:ln w="19050">
            <a:solidFill>
              <a:srgbClr val="0F2C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280160"/>
            <a:ext cx="10424160" cy="1828800"/>
          </a:xfrm>
          <a:prstGeom prst="rect">
            <a:avLst/>
          </a:prstGeom>
          <a:noFill/>
        </p:spPr>
        <p:txBody>
          <a:bodyPr wrap="square">
            <a:spAutoFit/>
          </a:bodyPr>
          <a:lstStyle/>
          <a:p>
            <a:pPr>
              <a:defRPr sz="1400" b="1">
                <a:solidFill>
                  <a:srgbClr val="0F2C53"/>
                </a:solidFill>
                <a:latin typeface="Titillium Web SemiBold"/>
              </a:defRPr>
            </a:pPr>
            <a:r>
              <a:t>Piecewise Decision Formulation D(U_sem, QoT_valid):</a:t>
            </a:r>
          </a:p>
          <a:p>
            <a:pPr algn="ctr"/>
            <a14:m xmlns:a14="http://schemas.microsoft.com/office/drawing/2010/main" xmlns:m="http://schemas.openxmlformats.org/officeDocument/2006/math">
              <m:oMathPara>
                <m:oMath>
                  <m:r>
                    <m:t>D(</m:t>
                  </m:r>
                  <m:sSub>
                    <m:e>
                      <m:r>
                        <m:t>U</m:t>
                      </m:r>
                    </m:e>
                    <m:sub>
                      <m:r>
                        <m:t>sem</m:t>
                      </m:r>
                    </m:sub>
                  </m:sSub>
                  <m:r>
                    <m:t>, </m:t>
                  </m:r>
                  <m:sSub>
                    <m:e>
                      <m:r>
                        <m:t>QoT</m:t>
                      </m:r>
                    </m:e>
                    <m:sub>
                      <m:r>
                        <m:t>valid</m:t>
                      </m:r>
                    </m:sub>
                  </m:sSub>
                  <m:r>
                    <m:t>) = </m:t>
                  </m:r>
                  <m:d>
                    <m:dPr>
                      <m:begChr m:val="{"/>
                      <m:endChr m:val=""/>
                      <m:grow m:val="1"/>
                    </m:dPr>
                    <m:e>
                      <m:eqArr>
                        <m:e>
                          <m:r>
                            <m:t>clarify</m:t>
                          </m:r>
                          <m:r>
                            <m:t>    if </m:t>
                          </m:r>
                          <m:sSub>
                            <m:e>
                              <m:r>
                                <m:t>U</m:t>
                              </m:r>
                            </m:e>
                            <m:sub>
                              <m:r>
                                <m:t>sem</m:t>
                              </m:r>
                            </m:sub>
                          </m:sSub>
                          <m:r>
                            <m:t> &gt; </m:t>
                          </m:r>
                          <m:sSub>
                            <m:e>
                              <m:r>
                                <m:t>τ</m:t>
                              </m:r>
                            </m:e>
                            <m:sub>
                              <m:r>
                                <m:t>sem</m:t>
                              </m:r>
                            </m:sub>
                          </m:sSub>
                        </m:e>
                        <m:e>
                          <m:r>
                            <m:t>replan</m:t>
                          </m:r>
                          <m:r>
                            <m:t>    if </m:t>
                          </m:r>
                          <m:sSub>
                            <m:e>
                              <m:r>
                                <m:t>U</m:t>
                              </m:r>
                            </m:e>
                            <m:sub>
                              <m:r>
                                <m:t>sem</m:t>
                              </m:r>
                            </m:sub>
                          </m:sSub>
                          <m:r>
                            <m:t> ≤ </m:t>
                          </m:r>
                          <m:sSub>
                            <m:e>
                              <m:r>
                                <m:t>τ</m:t>
                              </m:r>
                            </m:e>
                            <m:sub>
                              <m:r>
                                <m:t>sem</m:t>
                              </m:r>
                            </m:sub>
                          </m:sSub>
                          <m:r>
                            <m:t> ∧ </m:t>
                          </m:r>
                          <m:sSub>
                            <m:e>
                              <m:r>
                                <m:t>QoT</m:t>
                              </m:r>
                            </m:e>
                            <m:sub>
                              <m:r>
                                <m:t>valid</m:t>
                              </m:r>
                            </m:sub>
                          </m:sSub>
                          <m:r>
                            <m:t> = 0</m:t>
                          </m:r>
                        </m:e>
                        <m:e>
                          <m:r>
                            <m:t>approve</m:t>
                          </m:r>
                          <m:r>
                            <m:t>    if </m:t>
                          </m:r>
                          <m:sSub>
                            <m:e>
                              <m:r>
                                <m:t>U</m:t>
                              </m:r>
                            </m:e>
                            <m:sub>
                              <m:r>
                                <m:t>sem</m:t>
                              </m:r>
                            </m:sub>
                          </m:sSub>
                          <m:r>
                            <m:t> ≤ </m:t>
                          </m:r>
                          <m:sSub>
                            <m:e>
                              <m:r>
                                <m:t>τ</m:t>
                              </m:r>
                            </m:e>
                            <m:sub>
                              <m:r>
                                <m:t>sem</m:t>
                              </m:r>
                            </m:sub>
                          </m:sSub>
                          <m:r>
                            <m:t> ∧ </m:t>
                          </m:r>
                          <m:sSub>
                            <m:e>
                              <m:r>
                                <m:t>QoT</m:t>
                              </m:r>
                            </m:e>
                            <m:sub>
                              <m:r>
                                <m:t>valid</m:t>
                              </m:r>
                            </m:sub>
                          </m:sSub>
                          <m:r>
                            <m:t> = 1</m:t>
                          </m:r>
                        </m:e>
                      </m:eqArr>
                    </m:e>
                  </m:d>
                </m:oMath>
              </m:oMathPara>
            </a14:m>
          </a:p>
        </p:txBody>
      </p:sp>
      <p:sp>
        <p:nvSpPr>
          <p:cNvPr id="9" name="Rounded Rectangle 8"/>
          <p:cNvSpPr/>
          <p:nvPr/>
        </p:nvSpPr>
        <p:spPr>
          <a:xfrm>
            <a:off x="685800" y="3429000"/>
            <a:ext cx="3444240" cy="2743200"/>
          </a:xfrm>
          <a:prstGeom prst="roundRect">
            <a:avLst/>
          </a:prstGeom>
          <a:solidFill>
            <a:srgbClr val="F4F6F9"/>
          </a:solidFill>
          <a:ln w="25400">
            <a:solidFill>
              <a:srgbClr val="B07D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85800" y="3429000"/>
            <a:ext cx="3444240" cy="594360"/>
          </a:xfrm>
          <a:prstGeom prst="roundRect">
            <a:avLst/>
          </a:prstGeom>
          <a:solidFill>
            <a:srgbClr val="B07D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latin typeface="Titillium Web SemiBold"/>
              </a:defRPr>
            </a:pPr>
            <a:r>
              <a:t>❓ Clarify Intent</a:t>
            </a:r>
          </a:p>
        </p:txBody>
      </p:sp>
      <p:sp>
        <p:nvSpPr>
          <p:cNvPr id="11" name="TextBox 10"/>
          <p:cNvSpPr txBox="1"/>
          <p:nvPr/>
        </p:nvSpPr>
        <p:spPr>
          <a:xfrm>
            <a:off x="822960" y="4114800"/>
            <a:ext cx="3169920" cy="2057400"/>
          </a:xfrm>
          <a:prstGeom prst="rect">
            <a:avLst/>
          </a:prstGeom>
          <a:noFill/>
        </p:spPr>
        <p:txBody>
          <a:bodyPr wrap="square">
            <a:spAutoFit/>
          </a:bodyPr>
          <a:lstStyle/>
          <a:p>
            <a:pPr>
              <a:spcAft>
                <a:spcPts val="600"/>
              </a:spcAft>
              <a:defRPr sz="1200" b="1">
                <a:solidFill>
                  <a:srgbClr val="B07D00"/>
                </a:solidFill>
                <a:latin typeface="Titillium Web SemiBold"/>
              </a:defRPr>
            </a:pPr>
            <a:r>
              <a:t>Condition: U_sem &gt; tau_sem</a:t>
            </a:r>
          </a:p>
          <a:p>
            <a:pPr>
              <a:spcAft>
                <a:spcPts val="400"/>
              </a:spcAft>
              <a:defRPr sz="1100">
                <a:solidFill>
                  <a:srgbClr val="222222"/>
                </a:solidFill>
                <a:latin typeface="Arial"/>
              </a:defRPr>
            </a:pPr>
            <a:r>
              <a:t>•  Trigger: Semantic uncertainty exceeds threshold</a:t>
            </a:r>
          </a:p>
          <a:p>
            <a:pPr>
              <a:spcAft>
                <a:spcPts val="400"/>
              </a:spcAft>
              <a:defRPr sz="1100">
                <a:solidFill>
                  <a:srgbClr val="222222"/>
                </a:solidFill>
                <a:latin typeface="Arial"/>
              </a:defRPr>
            </a:pPr>
            <a:r>
              <a:t>•  Action: Pause pipeline via interrupt()</a:t>
            </a:r>
          </a:p>
          <a:p>
            <a:pPr>
              <a:spcAft>
                <a:spcPts val="400"/>
              </a:spcAft>
              <a:defRPr sz="1100">
                <a:solidFill>
                  <a:srgbClr val="222222"/>
                </a:solidFill>
                <a:latin typeface="Arial"/>
              </a:defRPr>
            </a:pPr>
            <a:r>
              <a:t>•  Prompts operator to provide missing data</a:t>
            </a:r>
          </a:p>
          <a:p>
            <a:pPr>
              <a:spcAft>
                <a:spcPts val="400"/>
              </a:spcAft>
              <a:defRPr sz="1100">
                <a:solidFill>
                  <a:srgbClr val="222222"/>
                </a:solidFill>
                <a:latin typeface="Arial"/>
              </a:defRPr>
            </a:pPr>
            <a:r>
              <a:t>•  Prevents unverified intent from reaching physics</a:t>
            </a:r>
          </a:p>
        </p:txBody>
      </p:sp>
      <p:sp>
        <p:nvSpPr>
          <p:cNvPr id="12" name="Rounded Rectangle 11"/>
          <p:cNvSpPr/>
          <p:nvPr/>
        </p:nvSpPr>
        <p:spPr>
          <a:xfrm>
            <a:off x="4358640" y="3429000"/>
            <a:ext cx="3444240" cy="2743200"/>
          </a:xfrm>
          <a:prstGeom prst="roundRect">
            <a:avLst/>
          </a:prstGeom>
          <a:solidFill>
            <a:srgbClr val="F4F6F9"/>
          </a:solidFill>
          <a:ln w="25400">
            <a:solidFill>
              <a:srgbClr val="8520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58640" y="3429000"/>
            <a:ext cx="3444240" cy="594360"/>
          </a:xfrm>
          <a:prstGeom prst="roundRect">
            <a:avLst/>
          </a:prstGeom>
          <a:solidFill>
            <a:srgbClr val="8520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latin typeface="Titillium Web SemiBold"/>
              </a:defRPr>
            </a:pPr>
            <a:r>
              <a:t>↺ Suggest Replan</a:t>
            </a:r>
          </a:p>
        </p:txBody>
      </p:sp>
      <p:sp>
        <p:nvSpPr>
          <p:cNvPr id="14" name="TextBox 13"/>
          <p:cNvSpPr txBox="1"/>
          <p:nvPr/>
        </p:nvSpPr>
        <p:spPr>
          <a:xfrm>
            <a:off x="4495800" y="4114800"/>
            <a:ext cx="3169920" cy="2057400"/>
          </a:xfrm>
          <a:prstGeom prst="rect">
            <a:avLst/>
          </a:prstGeom>
          <a:noFill/>
        </p:spPr>
        <p:txBody>
          <a:bodyPr wrap="square">
            <a:spAutoFit/>
          </a:bodyPr>
          <a:lstStyle/>
          <a:p>
            <a:pPr>
              <a:spcAft>
                <a:spcPts val="600"/>
              </a:spcAft>
              <a:defRPr sz="1200" b="1">
                <a:solidFill>
                  <a:srgbClr val="85200C"/>
                </a:solidFill>
                <a:latin typeface="Titillium Web SemiBold"/>
              </a:defRPr>
            </a:pPr>
            <a:r>
              <a:t>Condition: U_sem &lt;= tau_sem &amp; QoT = 0</a:t>
            </a:r>
          </a:p>
          <a:p>
            <a:pPr>
              <a:spcAft>
                <a:spcPts val="400"/>
              </a:spcAft>
              <a:defRPr sz="1100">
                <a:solidFill>
                  <a:srgbClr val="222222"/>
                </a:solidFill>
                <a:latin typeface="Arial"/>
              </a:defRPr>
            </a:pPr>
            <a:r>
              <a:t>•  Trigger: Valid semantics, but physics infeasible</a:t>
            </a:r>
          </a:p>
          <a:p>
            <a:pPr>
              <a:spcAft>
                <a:spcPts val="400"/>
              </a:spcAft>
              <a:defRPr sz="1100">
                <a:solidFill>
                  <a:srgbClr val="222222"/>
                </a:solidFill>
                <a:latin typeface="Arial"/>
              </a:defRPr>
            </a:pPr>
            <a:r>
              <a:t>•  Action: Physics failed; notifies operator</a:t>
            </a:r>
          </a:p>
          <a:p>
            <a:pPr>
              <a:spcAft>
                <a:spcPts val="400"/>
              </a:spcAft>
              <a:defRPr sz="1100">
                <a:solidFill>
                  <a:srgbClr val="222222"/>
                </a:solidFill>
                <a:latin typeface="Arial"/>
              </a:defRPr>
            </a:pPr>
            <a:r>
              <a:t>•  Suggests relaxing constraints (e.g. lower baud rate)</a:t>
            </a:r>
          </a:p>
          <a:p>
            <a:pPr>
              <a:spcAft>
                <a:spcPts val="400"/>
              </a:spcAft>
              <a:defRPr sz="1100">
                <a:solidFill>
                  <a:srgbClr val="222222"/>
                </a:solidFill>
                <a:latin typeface="Arial"/>
              </a:defRPr>
            </a:pPr>
            <a:r>
              <a:t>•  Loops back to PDDL parsing with feedback</a:t>
            </a:r>
          </a:p>
        </p:txBody>
      </p:sp>
      <p:sp>
        <p:nvSpPr>
          <p:cNvPr id="15" name="Rounded Rectangle 14"/>
          <p:cNvSpPr/>
          <p:nvPr/>
        </p:nvSpPr>
        <p:spPr>
          <a:xfrm>
            <a:off x="8031480" y="3429000"/>
            <a:ext cx="3444240" cy="2743200"/>
          </a:xfrm>
          <a:prstGeom prst="roundRect">
            <a:avLst/>
          </a:prstGeom>
          <a:solidFill>
            <a:srgbClr val="F4F6F9"/>
          </a:solidFill>
          <a:ln w="25400">
            <a:solidFill>
              <a:srgbClr val="1A7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031480" y="3429000"/>
            <a:ext cx="3444240" cy="594360"/>
          </a:xfrm>
          <a:prstGeom prst="roundRect">
            <a:avLst/>
          </a:prstGeom>
          <a:solidFill>
            <a:srgbClr val="1A7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latin typeface="Titillium Web SemiBold"/>
              </a:defRPr>
            </a:pPr>
            <a:r>
              <a:t>✓ Auto-Approve</a:t>
            </a:r>
          </a:p>
        </p:txBody>
      </p:sp>
      <p:sp>
        <p:nvSpPr>
          <p:cNvPr id="17" name="TextBox 16"/>
          <p:cNvSpPr txBox="1"/>
          <p:nvPr/>
        </p:nvSpPr>
        <p:spPr>
          <a:xfrm>
            <a:off x="8168640" y="4114800"/>
            <a:ext cx="3169920" cy="2057400"/>
          </a:xfrm>
          <a:prstGeom prst="rect">
            <a:avLst/>
          </a:prstGeom>
          <a:noFill/>
        </p:spPr>
        <p:txBody>
          <a:bodyPr wrap="square">
            <a:spAutoFit/>
          </a:bodyPr>
          <a:lstStyle/>
          <a:p>
            <a:pPr>
              <a:spcAft>
                <a:spcPts val="600"/>
              </a:spcAft>
              <a:defRPr sz="1200" b="1">
                <a:solidFill>
                  <a:srgbClr val="1A7F37"/>
                </a:solidFill>
                <a:latin typeface="Titillium Web SemiBold"/>
              </a:defRPr>
            </a:pPr>
            <a:r>
              <a:t>Condition: U_sem &lt;= tau_sem &amp; QoT = 1</a:t>
            </a:r>
          </a:p>
          <a:p>
            <a:pPr>
              <a:spcAft>
                <a:spcPts val="400"/>
              </a:spcAft>
              <a:defRPr sz="1100">
                <a:solidFill>
                  <a:srgbClr val="222222"/>
                </a:solidFill>
                <a:latin typeface="Arial"/>
              </a:defRPr>
            </a:pPr>
            <a:r>
              <a:t>•  Trigger: Clear semantics and feasible GSNR</a:t>
            </a:r>
          </a:p>
          <a:p>
            <a:pPr>
              <a:spcAft>
                <a:spcPts val="400"/>
              </a:spcAft>
              <a:defRPr sz="1100">
                <a:solidFill>
                  <a:srgbClr val="222222"/>
                </a:solidFill>
                <a:latin typeface="Arial"/>
              </a:defRPr>
            </a:pPr>
            <a:r>
              <a:t>•  Action: Autonomous zero-touch provisioning</a:t>
            </a:r>
          </a:p>
          <a:p>
            <a:pPr>
              <a:spcAft>
                <a:spcPts val="400"/>
              </a:spcAft>
              <a:defRPr sz="1100">
                <a:solidFill>
                  <a:srgbClr val="222222"/>
                </a:solidFill>
                <a:latin typeface="Arial"/>
              </a:defRPr>
            </a:pPr>
            <a:r>
              <a:t>•  Generates auditable planning report</a:t>
            </a:r>
          </a:p>
          <a:p>
            <a:pPr>
              <a:spcAft>
                <a:spcPts val="400"/>
              </a:spcAft>
              <a:defRPr sz="1100">
                <a:solidFill>
                  <a:srgbClr val="222222"/>
                </a:solidFill>
                <a:latin typeface="Arial"/>
              </a:defRPr>
            </a:pPr>
            <a:r>
              <a:t>•  Zero unverified configurations reach controller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537960"/>
            <a:ext cx="12191695" cy="320040"/>
          </a:xfrm>
          <a:prstGeom prst="rect">
            <a:avLst/>
          </a:prstGeom>
          <a:solidFill>
            <a:srgbClr val="0F2C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0" y="6537960"/>
            <a:ext cx="2377440" cy="274320"/>
          </a:xfrm>
          <a:prstGeom prst="rect">
            <a:avLst/>
          </a:prstGeom>
          <a:noFill/>
        </p:spPr>
        <p:txBody>
          <a:bodyPr wrap="square">
            <a:spAutoFit/>
          </a:bodyPr>
          <a:lstStyle/>
          <a:p>
            <a:pPr algn="r">
              <a:defRPr sz="1100" b="1">
                <a:solidFill>
                  <a:srgbClr val="FFFFFF"/>
                </a:solidFill>
                <a:latin typeface="Arial"/>
              </a:defRPr>
            </a:pPr>
            <a:r>
              <a:t>POLITECNICO DI MILANO</a:t>
            </a:r>
          </a:p>
        </p:txBody>
      </p:sp>
      <p:sp>
        <p:nvSpPr>
          <p:cNvPr id="4" name="TextBox 3"/>
          <p:cNvSpPr txBox="1"/>
          <p:nvPr/>
        </p:nvSpPr>
        <p:spPr>
          <a:xfrm>
            <a:off x="365760" y="6537960"/>
            <a:ext cx="1371600" cy="274320"/>
          </a:xfrm>
          <a:prstGeom prst="rect">
            <a:avLst/>
          </a:prstGeom>
          <a:noFill/>
        </p:spPr>
        <p:txBody>
          <a:bodyPr wrap="none">
            <a:spAutoFit/>
          </a:bodyPr>
          <a:lstStyle/>
          <a:p>
            <a:pPr>
              <a:defRPr sz="1100">
                <a:solidFill>
                  <a:srgbClr val="FFFFFF"/>
                </a:solidFill>
                <a:latin typeface="Arial"/>
              </a:defRPr>
            </a:pPr>
            <a:r>
              <a:t>11</a:t>
            </a:r>
          </a:p>
        </p:txBody>
      </p:sp>
      <p:sp>
        <p:nvSpPr>
          <p:cNvPr id="5" name="TextBox 4"/>
          <p:cNvSpPr txBox="1"/>
          <p:nvPr/>
        </p:nvSpPr>
        <p:spPr>
          <a:xfrm>
            <a:off x="640080" y="228600"/>
            <a:ext cx="10789920" cy="685800"/>
          </a:xfrm>
          <a:prstGeom prst="rect">
            <a:avLst/>
          </a:prstGeom>
          <a:noFill/>
        </p:spPr>
        <p:txBody>
          <a:bodyPr wrap="square">
            <a:spAutoFit/>
          </a:bodyPr>
          <a:lstStyle/>
          <a:p>
            <a:pPr>
              <a:defRPr sz="2800" b="1">
                <a:solidFill>
                  <a:srgbClr val="0F2C53"/>
                </a:solidFill>
                <a:latin typeface="Titillium Web SemiBold"/>
              </a:defRPr>
            </a:pPr>
            <a:r>
              <a:t>Deterministic Physical Layer: GN-Model QoT Validation</a:t>
            </a:r>
          </a:p>
        </p:txBody>
      </p:sp>
      <p:sp>
        <p:nvSpPr>
          <p:cNvPr id="6" name="Rectangle 5"/>
          <p:cNvSpPr/>
          <p:nvPr/>
        </p:nvSpPr>
        <p:spPr>
          <a:xfrm>
            <a:off x="640080" y="932688"/>
            <a:ext cx="10789920" cy="18288"/>
          </a:xfrm>
          <a:prstGeom prst="rect">
            <a:avLst/>
          </a:prstGeom>
          <a:solidFill>
            <a:srgbClr val="0F2C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1188720"/>
            <a:ext cx="5212080" cy="4297680"/>
          </a:xfrm>
          <a:prstGeom prst="roundRect">
            <a:avLst/>
          </a:prstGeom>
          <a:solidFill>
            <a:srgbClr val="F4F6F9"/>
          </a:solidFill>
          <a:ln w="19050">
            <a:solidFill>
              <a:srgbClr val="0F2C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85800" y="1188720"/>
            <a:ext cx="5212080" cy="594360"/>
          </a:xfrm>
          <a:prstGeom prst="roundRect">
            <a:avLst/>
          </a:prstGeom>
          <a:solidFill>
            <a:srgbClr val="0F2C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latin typeface="Titillium Web SemiBold"/>
              </a:defRPr>
            </a:pPr>
            <a:r>
              <a:t>🔬 Analytical Gaussian Noise (GN) Engine</a:t>
            </a:r>
          </a:p>
        </p:txBody>
      </p:sp>
      <p:sp>
        <p:nvSpPr>
          <p:cNvPr id="9" name="TextBox 8"/>
          <p:cNvSpPr txBox="1"/>
          <p:nvPr/>
        </p:nvSpPr>
        <p:spPr>
          <a:xfrm>
            <a:off x="868680" y="1874519"/>
            <a:ext cx="4846320" cy="3520440"/>
          </a:xfrm>
          <a:prstGeom prst="rect">
            <a:avLst/>
          </a:prstGeom>
          <a:noFill/>
        </p:spPr>
        <p:txBody>
          <a:bodyPr wrap="square">
            <a:spAutoFit/>
          </a:bodyPr>
          <a:lstStyle/>
          <a:p>
            <a:pPr>
              <a:defRPr sz="1200">
                <a:solidFill>
                  <a:srgbClr val="222222"/>
                </a:solidFill>
                <a:latin typeface="Arial"/>
              </a:defRPr>
            </a:pPr>
            <a:r>
              <a:t>•  Pure Python implementation: zero LLM arithmetic</a:t>
            </a:r>
          </a:p>
          <a:p>
            <a:pPr>
              <a:spcBef>
                <a:spcPts val="400"/>
              </a:spcBef>
              <a:defRPr sz="1100" b="1">
                <a:solidFill>
                  <a:srgbClr val="0F2C53"/>
                </a:solidFill>
                <a:latin typeface="Titillium Web SemiBold"/>
              </a:defRPr>
            </a:pPr>
            <a:r>
              <a:t>Accumulated ASE Noise Power per Span:</a:t>
            </a:r>
          </a:p>
          <a:p>
            <a:pPr algn="ctr"/>
            <a14:m xmlns:a14="http://schemas.microsoft.com/office/drawing/2010/main" xmlns:m="http://schemas.openxmlformats.org/officeDocument/2006/math">
              <m:oMathPara>
                <m:oMath>
                  <m:sSub>
                    <m:e>
                      <m:r>
                        <m:t>P</m:t>
                      </m:r>
                    </m:e>
                    <m:sub>
                      <m:r>
                        <m:t>ASE</m:t>
                      </m:r>
                    </m:sub>
                  </m:sSub>
                  <m:r>
                    <m:t> = (G - 1) · h · ν · F · </m:t>
                  </m:r>
                  <m:sSub>
                    <m:e>
                      <m:r>
                        <m:t>B</m:t>
                      </m:r>
                    </m:e>
                    <m:sub>
                      <m:r>
                        <m:t>ref</m:t>
                      </m:r>
                    </m:sub>
                  </m:sSub>
                </m:oMath>
              </m:oMathPara>
            </a14:m>
          </a:p>
          <a:p>
            <a:pPr>
              <a:spcBef>
                <a:spcPts val="400"/>
              </a:spcBef>
              <a:defRPr sz="1100" b="1">
                <a:solidFill>
                  <a:srgbClr val="0F2C53"/>
                </a:solidFill>
                <a:latin typeface="Titillium Web SemiBold"/>
              </a:defRPr>
            </a:pPr>
            <a:r>
              <a:t>Nonlinear Interference (NLI) Noise Power:</a:t>
            </a:r>
          </a:p>
          <a:p>
            <a:pPr algn="ctr"/>
            <a14:m xmlns:a14="http://schemas.microsoft.com/office/drawing/2010/main" xmlns:m="http://schemas.openxmlformats.org/officeDocument/2006/math">
              <m:oMathPara>
                <m:oMath>
                  <m:sSub>
                    <m:e>
                      <m:r>
                        <m:t>P</m:t>
                      </m:r>
                    </m:e>
                    <m:sub>
                      <m:r>
                        <m:t>NLI</m:t>
                      </m:r>
                    </m:sub>
                  </m:sSub>
                  <m:r>
                    <m:t> ≈ η · </m:t>
                  </m:r>
                  <m:sSup>
                    <m:e>
                      <m:sSub>
                        <m:e>
                          <m:r>
                            <m:t>P</m:t>
                          </m:r>
                        </m:e>
                        <m:sub>
                          <m:r>
                            <m:t>ch</m:t>
                          </m:r>
                        </m:sub>
                      </m:sSub>
                    </m:e>
                    <m:sup>
                      <m:r>
                        <m:t>3</m:t>
                      </m:r>
                    </m:sup>
                  </m:sSup>
                </m:oMath>
              </m:oMathPara>
            </a14:m>
          </a:p>
          <a:p>
            <a:pPr>
              <a:spcBef>
                <a:spcPts val="600"/>
              </a:spcBef>
              <a:defRPr sz="1100">
                <a:solidFill>
                  <a:srgbClr val="222222"/>
                </a:solidFill>
                <a:latin typeface="Arial"/>
              </a:defRPr>
            </a:pPr>
            <a:r>
              <a:t>•  Accounts for fiber Kerr nonlinearity, dispersion, and EDFA noise</a:t>
            </a:r>
          </a:p>
        </p:txBody>
      </p:sp>
      <p:sp>
        <p:nvSpPr>
          <p:cNvPr id="10" name="Rounded Rectangle 9"/>
          <p:cNvSpPr/>
          <p:nvPr/>
        </p:nvSpPr>
        <p:spPr>
          <a:xfrm>
            <a:off x="6217920" y="1188720"/>
            <a:ext cx="5212080" cy="4297680"/>
          </a:xfrm>
          <a:prstGeom prst="roundRect">
            <a:avLst/>
          </a:prstGeom>
          <a:solidFill>
            <a:srgbClr val="F4F6F9"/>
          </a:solidFill>
          <a:ln w="19050">
            <a:solidFill>
              <a:srgbClr val="1A7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17920" y="1188720"/>
            <a:ext cx="5212080" cy="594360"/>
          </a:xfrm>
          <a:prstGeom prst="roundRect">
            <a:avLst/>
          </a:prstGeom>
          <a:solidFill>
            <a:srgbClr val="1A7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latin typeface="Titillium Web SemiBold"/>
              </a:defRPr>
            </a:pPr>
            <a:r>
              <a:t>📐 Optical Feasibility &amp; GSNR Criteria</a:t>
            </a:r>
          </a:p>
        </p:txBody>
      </p:sp>
      <p:sp>
        <p:nvSpPr>
          <p:cNvPr id="12" name="TextBox 11"/>
          <p:cNvSpPr txBox="1"/>
          <p:nvPr/>
        </p:nvSpPr>
        <p:spPr>
          <a:xfrm>
            <a:off x="6400800" y="1874519"/>
            <a:ext cx="4846320" cy="3520440"/>
          </a:xfrm>
          <a:prstGeom prst="rect">
            <a:avLst/>
          </a:prstGeom>
          <a:noFill/>
        </p:spPr>
        <p:txBody>
          <a:bodyPr wrap="square">
            <a:spAutoFit/>
          </a:bodyPr>
          <a:lstStyle/>
          <a:p>
            <a:pPr>
              <a:defRPr sz="1100" b="1">
                <a:solidFill>
                  <a:srgbClr val="1A7F37"/>
                </a:solidFill>
                <a:latin typeface="Titillium Web SemiBold"/>
              </a:defRPr>
            </a:pPr>
            <a:r>
              <a:t>Generalized Signal-to-Noise Ratio (GSNR):</a:t>
            </a:r>
          </a:p>
          <a:p>
            <a:pPr algn="ctr"/>
            <a14:m xmlns:a14="http://schemas.microsoft.com/office/drawing/2010/main" xmlns:m="http://schemas.openxmlformats.org/officeDocument/2006/math">
              <m:oMathPara>
                <m:oMath>
                  <m:r>
                    <m:t>GSNR = </m:t>
                  </m:r>
                  <m:f>
                    <m:num>
                      <m:sSub>
                        <m:e>
                          <m:r>
                            <m:t>P</m:t>
                          </m:r>
                        </m:e>
                        <m:sub>
                          <m:r>
                            <m:t>ch</m:t>
                          </m:r>
                        </m:sub>
                      </m:sSub>
                    </m:num>
                    <m:den>
                      <m:sSub>
                        <m:e>
                          <m:r>
                            <m:t>P</m:t>
                          </m:r>
                        </m:e>
                        <m:sub>
                          <m:r>
                            <m:t>ASE</m:t>
                          </m:r>
                        </m:sub>
                      </m:sSub>
                      <m:r>
                        <m:t> + </m:t>
                      </m:r>
                      <m:sSub>
                        <m:e>
                          <m:r>
                            <m:t>P</m:t>
                          </m:r>
                        </m:e>
                        <m:sub>
                          <m:r>
                            <m:t>NLI</m:t>
                          </m:r>
                        </m:sub>
                      </m:sSub>
                    </m:den>
                  </m:f>
                  <m:r>
                    <m:t> ≥ </m:t>
                  </m:r>
                  <m:sSub>
                    <m:e>
                      <m:r>
                        <m:t>GSNR</m:t>
                      </m:r>
                    </m:e>
                    <m:sub>
                      <m:r>
                        <m:t>th</m:t>
                      </m:r>
                    </m:sub>
                  </m:sSub>
                </m:oMath>
              </m:oMathPara>
            </a14:m>
          </a:p>
          <a:p>
            <a:pPr>
              <a:spcBef>
                <a:spcPts val="400"/>
              </a:spcBef>
              <a:defRPr sz="1100" b="1">
                <a:solidFill>
                  <a:srgbClr val="1A7F37"/>
                </a:solidFill>
                <a:latin typeface="Titillium Web SemiBold"/>
              </a:defRPr>
            </a:pPr>
            <a:r>
              <a:t>Receiver Power Sensitivity Budget:</a:t>
            </a:r>
          </a:p>
          <a:p>
            <a:pPr algn="ctr"/>
            <a14:m xmlns:a14="http://schemas.microsoft.com/office/drawing/2010/main" xmlns:m="http://schemas.openxmlformats.org/officeDocument/2006/math">
              <m:oMathPara>
                <m:oMath>
                  <m:sSub>
                    <m:e>
                      <m:r>
                        <m:t>P</m:t>
                      </m:r>
                    </m:e>
                    <m:sub>
                      <m:r>
                        <m:t>rx</m:t>
                      </m:r>
                    </m:sub>
                  </m:sSub>
                  <m:r>
                    <m:t> = </m:t>
                  </m:r>
                  <m:sSub>
                    <m:e>
                      <m:r>
                        <m:t>P</m:t>
                      </m:r>
                    </m:e>
                    <m:sub>
                      <m:r>
                        <m:t>launch</m:t>
                      </m:r>
                    </m:sub>
                  </m:sSub>
                  <m:r>
                    <m:t> - </m:t>
                  </m:r>
                  <m:sSub>
                    <m:e>
                      <m:r>
                        <m:t>A</m:t>
                      </m:r>
                    </m:e>
                    <m:sub>
                      <m:r>
                        <m:t>total</m:t>
                      </m:r>
                    </m:sub>
                  </m:sSub>
                  <m:r>
                    <m:t> + </m:t>
                  </m:r>
                  <m:sSub>
                    <m:e>
                      <m:r>
                        <m:t>G</m:t>
                      </m:r>
                    </m:e>
                    <m:sub>
                      <m:r>
                        <m:t>total</m:t>
                      </m:r>
                    </m:sub>
                  </m:sSub>
                  <m:r>
                    <m:t> ≥ </m:t>
                  </m:r>
                  <m:sSub>
                    <m:e>
                      <m:r>
                        <m:t>P</m:t>
                      </m:r>
                    </m:e>
                    <m:sub>
                      <m:r>
                        <m:t>rx,min</m:t>
                      </m:r>
                    </m:sub>
                  </m:sSub>
                </m:oMath>
              </m:oMathPara>
            </a14:m>
          </a:p>
          <a:p>
            <a:pPr>
              <a:spcBef>
                <a:spcPts val="600"/>
              </a:spcBef>
              <a:defRPr sz="1100">
                <a:solidFill>
                  <a:srgbClr val="222222"/>
                </a:solidFill>
                <a:latin typeface="Arial"/>
              </a:defRPr>
            </a:pPr>
            <a:r>
              <a:t>•  Deterministic feasibility: GSNR &gt;= threshold AND Power &gt;= sensitivity</a:t>
            </a:r>
          </a:p>
        </p:txBody>
      </p:sp>
      <p:sp>
        <p:nvSpPr>
          <p:cNvPr id="13" name="Rounded Rectangle 12"/>
          <p:cNvSpPr/>
          <p:nvPr/>
        </p:nvSpPr>
        <p:spPr>
          <a:xfrm>
            <a:off x="685800" y="5669280"/>
            <a:ext cx="10744200" cy="594360"/>
          </a:xfrm>
          <a:prstGeom prst="roundRect">
            <a:avLst/>
          </a:prstGeom>
          <a:solidFill>
            <a:srgbClr val="F4F6F9"/>
          </a:solidFill>
          <a:ln w="19050">
            <a:solidFill>
              <a:srgbClr val="1A7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1A7F37"/>
                </a:solidFill>
                <a:latin typeface="Titillium Web SemiBold"/>
              </a:defRPr>
            </a:pPr>
            <a:r>
              <a:t>⚡ Execution Speed: Under 5 milliseconds per candidate route (100% deterministic reproducibility)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537960"/>
            <a:ext cx="12191695" cy="320040"/>
          </a:xfrm>
          <a:prstGeom prst="rect">
            <a:avLst/>
          </a:prstGeom>
          <a:solidFill>
            <a:srgbClr val="0F2C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0" y="6537960"/>
            <a:ext cx="2377440" cy="274320"/>
          </a:xfrm>
          <a:prstGeom prst="rect">
            <a:avLst/>
          </a:prstGeom>
          <a:noFill/>
        </p:spPr>
        <p:txBody>
          <a:bodyPr wrap="square">
            <a:spAutoFit/>
          </a:bodyPr>
          <a:lstStyle/>
          <a:p>
            <a:pPr algn="r">
              <a:defRPr sz="1100" b="1">
                <a:solidFill>
                  <a:srgbClr val="FFFFFF"/>
                </a:solidFill>
                <a:latin typeface="Arial"/>
              </a:defRPr>
            </a:pPr>
            <a:r>
              <a:t>POLITECNICO DI MILANO</a:t>
            </a:r>
          </a:p>
        </p:txBody>
      </p:sp>
      <p:sp>
        <p:nvSpPr>
          <p:cNvPr id="4" name="TextBox 3"/>
          <p:cNvSpPr txBox="1"/>
          <p:nvPr/>
        </p:nvSpPr>
        <p:spPr>
          <a:xfrm>
            <a:off x="365760" y="6537960"/>
            <a:ext cx="1371600" cy="274320"/>
          </a:xfrm>
          <a:prstGeom prst="rect">
            <a:avLst/>
          </a:prstGeom>
          <a:noFill/>
        </p:spPr>
        <p:txBody>
          <a:bodyPr wrap="none">
            <a:spAutoFit/>
          </a:bodyPr>
          <a:lstStyle/>
          <a:p>
            <a:pPr>
              <a:defRPr sz="1100">
                <a:solidFill>
                  <a:srgbClr val="FFFFFF"/>
                </a:solidFill>
                <a:latin typeface="Arial"/>
              </a:defRPr>
            </a:pPr>
            <a:r>
              <a:t>12</a:t>
            </a:r>
          </a:p>
        </p:txBody>
      </p:sp>
      <p:sp>
        <p:nvSpPr>
          <p:cNvPr id="5" name="TextBox 4"/>
          <p:cNvSpPr txBox="1"/>
          <p:nvPr/>
        </p:nvSpPr>
        <p:spPr>
          <a:xfrm>
            <a:off x="640080" y="228600"/>
            <a:ext cx="10789920" cy="685800"/>
          </a:xfrm>
          <a:prstGeom prst="rect">
            <a:avLst/>
          </a:prstGeom>
          <a:noFill/>
        </p:spPr>
        <p:txBody>
          <a:bodyPr wrap="square">
            <a:spAutoFit/>
          </a:bodyPr>
          <a:lstStyle/>
          <a:p>
            <a:pPr>
              <a:defRPr sz="2800" b="1">
                <a:solidFill>
                  <a:srgbClr val="0F2C53"/>
                </a:solidFill>
                <a:latin typeface="Titillium Web SemiBold"/>
              </a:defRPr>
            </a:pPr>
            <a:r>
              <a:t>Experimental Setup &amp; Testbed Environment</a:t>
            </a:r>
          </a:p>
        </p:txBody>
      </p:sp>
      <p:sp>
        <p:nvSpPr>
          <p:cNvPr id="6" name="Rectangle 5"/>
          <p:cNvSpPr/>
          <p:nvPr/>
        </p:nvSpPr>
        <p:spPr>
          <a:xfrm>
            <a:off x="640080" y="932688"/>
            <a:ext cx="10789920" cy="18288"/>
          </a:xfrm>
          <a:prstGeom prst="rect">
            <a:avLst/>
          </a:prstGeom>
          <a:solidFill>
            <a:srgbClr val="0F2C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1188720"/>
            <a:ext cx="5120640" cy="4892040"/>
          </a:xfrm>
          <a:prstGeom prst="roundRect">
            <a:avLst/>
          </a:prstGeom>
          <a:solidFill>
            <a:srgbClr val="F4F6F9"/>
          </a:solidFill>
          <a:ln w="19050">
            <a:solidFill>
              <a:srgbClr val="0F2C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85800" y="1188720"/>
            <a:ext cx="5120640" cy="594360"/>
          </a:xfrm>
          <a:prstGeom prst="roundRect">
            <a:avLst/>
          </a:prstGeom>
          <a:solidFill>
            <a:srgbClr val="0F2C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latin typeface="Titillium Web SemiBold"/>
              </a:defRPr>
            </a:pPr>
            <a:r>
              <a:t>🌐 17-Node German Core Network Benchmark</a:t>
            </a:r>
          </a:p>
        </p:txBody>
      </p:sp>
      <p:sp>
        <p:nvSpPr>
          <p:cNvPr id="9" name="TextBox 8"/>
          <p:cNvSpPr txBox="1"/>
          <p:nvPr/>
        </p:nvSpPr>
        <p:spPr>
          <a:xfrm>
            <a:off x="868680" y="1874520"/>
            <a:ext cx="4754880" cy="4114800"/>
          </a:xfrm>
          <a:prstGeom prst="rect">
            <a:avLst/>
          </a:prstGeom>
          <a:noFill/>
        </p:spPr>
        <p:txBody>
          <a:bodyPr wrap="square">
            <a:spAutoFit/>
          </a:bodyPr>
          <a:lstStyle/>
          <a:p>
            <a:pPr>
              <a:spcAft>
                <a:spcPts val="800"/>
              </a:spcAft>
              <a:defRPr sz="1200">
                <a:solidFill>
                  <a:srgbClr val="222222"/>
                </a:solidFill>
                <a:latin typeface="Arial"/>
              </a:defRPr>
            </a:pPr>
            <a:r>
              <a:t>•  Realistic telecom benchmark: 17 ROADMs and 26 fiber links</a:t>
            </a:r>
          </a:p>
          <a:p>
            <a:pPr>
              <a:spcAft>
                <a:spcPts val="800"/>
              </a:spcAft>
              <a:defRPr sz="1200">
                <a:solidFill>
                  <a:srgbClr val="222222"/>
                </a:solidFill>
                <a:latin typeface="Arial"/>
              </a:defRPr>
            </a:pPr>
            <a:r>
              <a:t>•  Standard Single-Mode Fiber (SMF-28): alpha = 0.2 dB/km</a:t>
            </a:r>
          </a:p>
          <a:p>
            <a:pPr>
              <a:spcAft>
                <a:spcPts val="800"/>
              </a:spcAft>
              <a:defRPr sz="1200">
                <a:solidFill>
                  <a:srgbClr val="222222"/>
                </a:solidFill>
                <a:latin typeface="Arial"/>
              </a:defRPr>
            </a:pPr>
            <a:r>
              <a:t>•  Dispersion parameter D = 16.7 ps/(nm*km), gamma = 1.2 / (W*km)</a:t>
            </a:r>
          </a:p>
          <a:p>
            <a:pPr>
              <a:spcAft>
                <a:spcPts val="800"/>
              </a:spcAft>
              <a:defRPr sz="1200">
                <a:solidFill>
                  <a:srgbClr val="222222"/>
                </a:solidFill>
                <a:latin typeface="Arial"/>
              </a:defRPr>
            </a:pPr>
            <a:r>
              <a:t>•  Amplified spans: dual-stage EDFAs with noise figure F = 5.5 dB</a:t>
            </a:r>
          </a:p>
          <a:p>
            <a:pPr>
              <a:spcAft>
                <a:spcPts val="800"/>
              </a:spcAft>
              <a:defRPr sz="1200">
                <a:solidFill>
                  <a:srgbClr val="222222"/>
                </a:solidFill>
                <a:latin typeface="Arial"/>
              </a:defRPr>
            </a:pPr>
            <a:r>
              <a:t>•  Dynamic link lengths ranging from 45 km to 350 km per span</a:t>
            </a:r>
          </a:p>
          <a:p>
            <a:pPr>
              <a:spcAft>
                <a:spcPts val="800"/>
              </a:spcAft>
              <a:defRPr sz="1200">
                <a:solidFill>
                  <a:srgbClr val="222222"/>
                </a:solidFill>
                <a:latin typeface="Arial"/>
              </a:defRPr>
            </a:pPr>
            <a:r>
              <a:t>•  Orchestrator: LangGraph StateGraph with memory persistence</a:t>
            </a:r>
          </a:p>
          <a:p>
            <a:pPr>
              <a:spcAft>
                <a:spcPts val="800"/>
              </a:spcAft>
              <a:defRPr sz="1200">
                <a:solidFill>
                  <a:srgbClr val="222222"/>
                </a:solidFill>
                <a:latin typeface="Arial"/>
              </a:defRPr>
            </a:pPr>
            <a:r>
              <a:t>•  Telemetry: RESTConf and Mock SDON testbed client adapters</a:t>
            </a:r>
          </a:p>
        </p:txBody>
      </p:sp>
      <p:sp>
        <p:nvSpPr>
          <p:cNvPr id="10" name="Rounded Rectangle 9"/>
          <p:cNvSpPr/>
          <p:nvPr/>
        </p:nvSpPr>
        <p:spPr>
          <a:xfrm>
            <a:off x="6080760" y="1188720"/>
            <a:ext cx="5394960" cy="4892040"/>
          </a:xfrm>
          <a:prstGeom prst="roundRect">
            <a:avLst/>
          </a:prstGeom>
          <a:solidFill>
            <a:srgbClr val="F4F6F9"/>
          </a:solidFill>
          <a:ln w="19050">
            <a:solidFill>
              <a:srgbClr val="5A6B82"/>
            </a:solidFill>
            <a:prstDash val="dash"/>
          </a:ln>
        </p:spPr>
        <p:style>
          <a:lnRef idx="1">
            <a:schemeClr val="accent1"/>
          </a:lnRef>
          <a:fillRef idx="3">
            <a:schemeClr val="accent1"/>
          </a:fillRef>
          <a:effectRef idx="2">
            <a:schemeClr val="accent1"/>
          </a:effectRef>
          <a:fontRef idx="minor">
            <a:schemeClr val="lt1"/>
          </a:fontRef>
        </p:style>
        <p:txBody>
          <a:bodyPr rtlCol="0" anchor="ctr" wrap="square" lIns="228600" rIns="228600" tIns="274320"/>
          <a:lstStyle/>
          <a:p>
            <a:pPr algn="ctr">
              <a:defRPr sz="3200">
                <a:latin typeface="Segoe UI Emoji"/>
              </a:defRPr>
            </a:pPr>
            <a:r>
              <a:t>📊</a:t>
            </a:r>
          </a:p>
          <a:p>
            <a:pPr algn="ctr">
              <a:defRPr sz="1500" b="1">
                <a:solidFill>
                  <a:srgbClr val="0F2C53"/>
                </a:solidFill>
                <a:latin typeface="Titillium Web SemiBold"/>
              </a:defRPr>
            </a:pPr>
            <a:r>
              <a:t>Network Topology: Nobel-Germany 17-Node 26-Link Core Backbone</a:t>
            </a:r>
          </a:p>
          <a:p>
            <a:pPr algn="ctr">
              <a:defRPr sz="1100">
                <a:solidFill>
                  <a:srgbClr val="5A6B82"/>
                </a:solidFill>
                <a:latin typeface="Arial"/>
              </a:defRPr>
            </a:pPr>
            <a:r>
              <a:t>(Target: 16:9 Topology Map with ROADM Nodes &amp; Amplified Spans — Replace in PowerPoint)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537960"/>
            <a:ext cx="12191695" cy="320040"/>
          </a:xfrm>
          <a:prstGeom prst="rect">
            <a:avLst/>
          </a:prstGeom>
          <a:solidFill>
            <a:srgbClr val="0F2C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0" y="6537960"/>
            <a:ext cx="2377440" cy="274320"/>
          </a:xfrm>
          <a:prstGeom prst="rect">
            <a:avLst/>
          </a:prstGeom>
          <a:noFill/>
        </p:spPr>
        <p:txBody>
          <a:bodyPr wrap="square">
            <a:spAutoFit/>
          </a:bodyPr>
          <a:lstStyle/>
          <a:p>
            <a:pPr algn="r">
              <a:defRPr sz="1100" b="1">
                <a:solidFill>
                  <a:srgbClr val="FFFFFF"/>
                </a:solidFill>
                <a:latin typeface="Arial"/>
              </a:defRPr>
            </a:pPr>
            <a:r>
              <a:t>POLITECNICO DI MILANO</a:t>
            </a:r>
          </a:p>
        </p:txBody>
      </p:sp>
      <p:sp>
        <p:nvSpPr>
          <p:cNvPr id="4" name="TextBox 3"/>
          <p:cNvSpPr txBox="1"/>
          <p:nvPr/>
        </p:nvSpPr>
        <p:spPr>
          <a:xfrm>
            <a:off x="365760" y="6537960"/>
            <a:ext cx="1371600" cy="274320"/>
          </a:xfrm>
          <a:prstGeom prst="rect">
            <a:avLst/>
          </a:prstGeom>
          <a:noFill/>
        </p:spPr>
        <p:txBody>
          <a:bodyPr wrap="none">
            <a:spAutoFit/>
          </a:bodyPr>
          <a:lstStyle/>
          <a:p>
            <a:pPr>
              <a:defRPr sz="1100">
                <a:solidFill>
                  <a:srgbClr val="FFFFFF"/>
                </a:solidFill>
                <a:latin typeface="Arial"/>
              </a:defRPr>
            </a:pPr>
            <a:r>
              <a:t>13</a:t>
            </a:r>
          </a:p>
        </p:txBody>
      </p:sp>
      <p:sp>
        <p:nvSpPr>
          <p:cNvPr id="5" name="TextBox 4"/>
          <p:cNvSpPr txBox="1"/>
          <p:nvPr/>
        </p:nvSpPr>
        <p:spPr>
          <a:xfrm>
            <a:off x="640080" y="228600"/>
            <a:ext cx="10789920" cy="685800"/>
          </a:xfrm>
          <a:prstGeom prst="rect">
            <a:avLst/>
          </a:prstGeom>
          <a:noFill/>
        </p:spPr>
        <p:txBody>
          <a:bodyPr wrap="square">
            <a:spAutoFit/>
          </a:bodyPr>
          <a:lstStyle/>
          <a:p>
            <a:pPr>
              <a:defRPr sz="2800" b="1">
                <a:solidFill>
                  <a:srgbClr val="0F2C53"/>
                </a:solidFill>
                <a:latin typeface="Titillium Web SemiBold"/>
              </a:defRPr>
            </a:pPr>
            <a:r>
              <a:t>Evaluation Framework &amp; Benchmark Scenarios</a:t>
            </a:r>
          </a:p>
        </p:txBody>
      </p:sp>
      <p:sp>
        <p:nvSpPr>
          <p:cNvPr id="6" name="Rectangle 5"/>
          <p:cNvSpPr/>
          <p:nvPr/>
        </p:nvSpPr>
        <p:spPr>
          <a:xfrm>
            <a:off x="640080" y="932688"/>
            <a:ext cx="10789920" cy="18288"/>
          </a:xfrm>
          <a:prstGeom prst="rect">
            <a:avLst/>
          </a:prstGeom>
          <a:solidFill>
            <a:srgbClr val="0F2C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1188720"/>
            <a:ext cx="3444240" cy="5029200"/>
          </a:xfrm>
          <a:prstGeom prst="roundRect">
            <a:avLst/>
          </a:prstGeom>
          <a:solidFill>
            <a:srgbClr val="F4F6F9"/>
          </a:solidFill>
          <a:ln w="19050">
            <a:solidFill>
              <a:srgbClr val="0F2C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85800" y="1188720"/>
            <a:ext cx="3444240" cy="594360"/>
          </a:xfrm>
          <a:prstGeom prst="roundRect">
            <a:avLst/>
          </a:prstGeom>
          <a:solidFill>
            <a:srgbClr val="0F2C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Titillium Web SemiBold"/>
              </a:defRPr>
            </a:pPr>
            <a:r>
              <a:t>⚖️ Architectural Baselines</a:t>
            </a:r>
          </a:p>
        </p:txBody>
      </p:sp>
      <p:sp>
        <p:nvSpPr>
          <p:cNvPr id="9" name="TextBox 8"/>
          <p:cNvSpPr txBox="1"/>
          <p:nvPr/>
        </p:nvSpPr>
        <p:spPr>
          <a:xfrm>
            <a:off x="822960" y="1920240"/>
            <a:ext cx="3169920" cy="4160520"/>
          </a:xfrm>
          <a:prstGeom prst="rect">
            <a:avLst/>
          </a:prstGeom>
          <a:noFill/>
        </p:spPr>
        <p:txBody>
          <a:bodyPr wrap="square">
            <a:spAutoFit/>
          </a:bodyPr>
          <a:lstStyle/>
          <a:p>
            <a:pPr>
              <a:spcAft>
                <a:spcPts val="600"/>
              </a:spcAft>
              <a:defRPr sz="1200">
                <a:solidFill>
                  <a:srgbClr val="222222"/>
                </a:solidFill>
                <a:latin typeface="Arial"/>
              </a:defRPr>
            </a:pPr>
            <a:r>
              <a:t>•  Baseline A (LLM-Only): Direct prompt-to-configuration generation with heuristic retry</a:t>
            </a:r>
          </a:p>
          <a:p>
            <a:pPr>
              <a:spcAft>
                <a:spcPts val="600"/>
              </a:spcAft>
              <a:defRPr sz="1200">
                <a:solidFill>
                  <a:srgbClr val="222222"/>
                </a:solidFill>
                <a:latin typeface="Arial"/>
              </a:defRPr>
            </a:pPr>
            <a:r>
              <a:t>•  Baseline B (Static Rule-Based): Strict regex parser with always-on human review</a:t>
            </a:r>
          </a:p>
          <a:p>
            <a:pPr>
              <a:spcAft>
                <a:spcPts val="600"/>
              </a:spcAft>
              <a:defRPr sz="1200">
                <a:solidFill>
                  <a:srgbClr val="222222"/>
                </a:solidFill>
                <a:latin typeface="Arial"/>
              </a:defRPr>
            </a:pPr>
            <a:r>
              <a:t>•  Proposed (Neurosymbolic RADG): Decoupled translation + sequential risk gates</a:t>
            </a:r>
          </a:p>
          <a:p>
            <a:pPr>
              <a:spcAft>
                <a:spcPts val="600"/>
              </a:spcAft>
              <a:defRPr sz="1200">
                <a:solidFill>
                  <a:srgbClr val="222222"/>
                </a:solidFill>
                <a:latin typeface="Arial"/>
              </a:defRPr>
            </a:pPr>
            <a:r>
              <a:t>•  Evaluates LLM reasoning limits vs deterministic safety</a:t>
            </a:r>
          </a:p>
        </p:txBody>
      </p:sp>
      <p:sp>
        <p:nvSpPr>
          <p:cNvPr id="10" name="Rounded Rectangle 9"/>
          <p:cNvSpPr/>
          <p:nvPr/>
        </p:nvSpPr>
        <p:spPr>
          <a:xfrm>
            <a:off x="4358640" y="1188720"/>
            <a:ext cx="3444240" cy="5029200"/>
          </a:xfrm>
          <a:prstGeom prst="roundRect">
            <a:avLst/>
          </a:prstGeom>
          <a:solidFill>
            <a:srgbClr val="F4F6F9"/>
          </a:solidFill>
          <a:ln w="19050">
            <a:solidFill>
              <a:srgbClr val="8520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58640" y="1188720"/>
            <a:ext cx="3444240" cy="594360"/>
          </a:xfrm>
          <a:prstGeom prst="roundRect">
            <a:avLst/>
          </a:prstGeom>
          <a:solidFill>
            <a:srgbClr val="8520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Titillium Web SemiBold"/>
              </a:defRPr>
            </a:pPr>
            <a:r>
              <a:t>🧪 100 Test Demands (4 Classes)</a:t>
            </a:r>
          </a:p>
        </p:txBody>
      </p:sp>
      <p:sp>
        <p:nvSpPr>
          <p:cNvPr id="12" name="TextBox 11"/>
          <p:cNvSpPr txBox="1"/>
          <p:nvPr/>
        </p:nvSpPr>
        <p:spPr>
          <a:xfrm>
            <a:off x="4495800" y="1920240"/>
            <a:ext cx="3169920" cy="4160520"/>
          </a:xfrm>
          <a:prstGeom prst="rect">
            <a:avLst/>
          </a:prstGeom>
          <a:noFill/>
        </p:spPr>
        <p:txBody>
          <a:bodyPr wrap="square">
            <a:spAutoFit/>
          </a:bodyPr>
          <a:lstStyle/>
          <a:p>
            <a:pPr>
              <a:spcAft>
                <a:spcPts val="600"/>
              </a:spcAft>
              <a:defRPr sz="1200">
                <a:solidFill>
                  <a:srgbClr val="222222"/>
                </a:solidFill>
                <a:latin typeface="Arial"/>
              </a:defRPr>
            </a:pPr>
            <a:r>
              <a:t>•  Nominal Intents [40]: Unambiguous valid routing requests with feasible physics</a:t>
            </a:r>
          </a:p>
          <a:p>
            <a:pPr>
              <a:spcAft>
                <a:spcPts val="600"/>
              </a:spcAft>
              <a:defRPr sz="1200">
                <a:solidFill>
                  <a:srgbClr val="222222"/>
                </a:solidFill>
                <a:latin typeface="Arial"/>
              </a:defRPr>
            </a:pPr>
            <a:r>
              <a:t>•  Ambiguous Intents [20]: Under-specified constraints triggering semantic gate (U_sem)</a:t>
            </a:r>
          </a:p>
          <a:p>
            <a:pPr>
              <a:spcAft>
                <a:spcPts val="600"/>
              </a:spcAft>
              <a:defRPr sz="1200">
                <a:solidFill>
                  <a:srgbClr val="222222"/>
                </a:solidFill>
                <a:latin typeface="Arial"/>
              </a:defRPr>
            </a:pPr>
            <a:r>
              <a:t>•  Infeasible Intents [25]: High modulation over long unamplified reaches (QoT fails)</a:t>
            </a:r>
          </a:p>
          <a:p>
            <a:pPr>
              <a:spcAft>
                <a:spcPts val="600"/>
              </a:spcAft>
              <a:defRPr sz="1200">
                <a:solidFill>
                  <a:srgbClr val="222222"/>
                </a:solidFill>
                <a:latin typeface="Arial"/>
              </a:defRPr>
            </a:pPr>
            <a:r>
              <a:t>•  Adversarial Prompts [15]: Hallucinated nodes &amp; grammar violations</a:t>
            </a:r>
          </a:p>
        </p:txBody>
      </p:sp>
      <p:sp>
        <p:nvSpPr>
          <p:cNvPr id="13" name="Rounded Rectangle 12"/>
          <p:cNvSpPr/>
          <p:nvPr/>
        </p:nvSpPr>
        <p:spPr>
          <a:xfrm>
            <a:off x="8031480" y="1188720"/>
            <a:ext cx="3444240" cy="5029200"/>
          </a:xfrm>
          <a:prstGeom prst="roundRect">
            <a:avLst/>
          </a:prstGeom>
          <a:solidFill>
            <a:srgbClr val="F4F6F9"/>
          </a:solidFill>
          <a:ln w="19050">
            <a:solidFill>
              <a:srgbClr val="1A7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31480" y="1188720"/>
            <a:ext cx="3444240" cy="594360"/>
          </a:xfrm>
          <a:prstGeom prst="roundRect">
            <a:avLst/>
          </a:prstGeom>
          <a:solidFill>
            <a:srgbClr val="1A7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Titillium Web SemiBold"/>
              </a:defRPr>
            </a:pPr>
            <a:r>
              <a:t>📊 Evaluation Metrics</a:t>
            </a:r>
          </a:p>
        </p:txBody>
      </p:sp>
      <p:sp>
        <p:nvSpPr>
          <p:cNvPr id="15" name="TextBox 14"/>
          <p:cNvSpPr txBox="1"/>
          <p:nvPr/>
        </p:nvSpPr>
        <p:spPr>
          <a:xfrm>
            <a:off x="8168640" y="1920240"/>
            <a:ext cx="3169920" cy="4160520"/>
          </a:xfrm>
          <a:prstGeom prst="rect">
            <a:avLst/>
          </a:prstGeom>
          <a:noFill/>
        </p:spPr>
        <p:txBody>
          <a:bodyPr wrap="square">
            <a:spAutoFit/>
          </a:bodyPr>
          <a:lstStyle/>
          <a:p>
            <a:pPr>
              <a:spcAft>
                <a:spcPts val="600"/>
              </a:spcAft>
              <a:defRPr sz="1200">
                <a:solidFill>
                  <a:srgbClr val="222222"/>
                </a:solidFill>
                <a:latin typeface="Arial"/>
              </a:defRPr>
            </a:pPr>
            <a:r>
              <a:t>•  Pre-Deployment Blocking Accuracy: % of invalid routes blocked before deployment</a:t>
            </a:r>
          </a:p>
          <a:p>
            <a:pPr>
              <a:spcAft>
                <a:spcPts val="600"/>
              </a:spcAft>
              <a:defRPr sz="1200">
                <a:solidFill>
                  <a:srgbClr val="222222"/>
                </a:solidFill>
                <a:latin typeface="Arial"/>
              </a:defRPr>
            </a:pPr>
            <a:r>
              <a:t>•  Human Intervention Rate: % of demands requiring human operator clarification</a:t>
            </a:r>
          </a:p>
          <a:p>
            <a:pPr>
              <a:spcAft>
                <a:spcPts val="600"/>
              </a:spcAft>
              <a:defRPr sz="1200">
                <a:solidFill>
                  <a:srgbClr val="222222"/>
                </a:solidFill>
                <a:latin typeface="Arial"/>
              </a:defRPr>
            </a:pPr>
            <a:r>
              <a:t>•  End-to-End Latency: Pipeline execution time from NL intent to planning report</a:t>
            </a:r>
          </a:p>
          <a:p>
            <a:pPr>
              <a:spcAft>
                <a:spcPts val="600"/>
              </a:spcAft>
              <a:defRPr sz="1200">
                <a:solidFill>
                  <a:srgbClr val="222222"/>
                </a:solidFill>
                <a:latin typeface="Arial"/>
              </a:defRPr>
            </a:pPr>
            <a:r>
              <a:t>•  Token Consumption: Prompt overhead across scoped vs full topologies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537960"/>
            <a:ext cx="12191695" cy="320040"/>
          </a:xfrm>
          <a:prstGeom prst="rect">
            <a:avLst/>
          </a:prstGeom>
          <a:solidFill>
            <a:srgbClr val="0F2C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0" y="6537960"/>
            <a:ext cx="2377440" cy="274320"/>
          </a:xfrm>
          <a:prstGeom prst="rect">
            <a:avLst/>
          </a:prstGeom>
          <a:noFill/>
        </p:spPr>
        <p:txBody>
          <a:bodyPr wrap="square">
            <a:spAutoFit/>
          </a:bodyPr>
          <a:lstStyle/>
          <a:p>
            <a:pPr algn="r">
              <a:defRPr sz="1100" b="1">
                <a:solidFill>
                  <a:srgbClr val="FFFFFF"/>
                </a:solidFill>
                <a:latin typeface="Arial"/>
              </a:defRPr>
            </a:pPr>
            <a:r>
              <a:t>POLITECNICO DI MILANO</a:t>
            </a:r>
          </a:p>
        </p:txBody>
      </p:sp>
      <p:sp>
        <p:nvSpPr>
          <p:cNvPr id="4" name="TextBox 3"/>
          <p:cNvSpPr txBox="1"/>
          <p:nvPr/>
        </p:nvSpPr>
        <p:spPr>
          <a:xfrm>
            <a:off x="365760" y="6537960"/>
            <a:ext cx="1371600" cy="274320"/>
          </a:xfrm>
          <a:prstGeom prst="rect">
            <a:avLst/>
          </a:prstGeom>
          <a:noFill/>
        </p:spPr>
        <p:txBody>
          <a:bodyPr wrap="none">
            <a:spAutoFit/>
          </a:bodyPr>
          <a:lstStyle/>
          <a:p>
            <a:pPr>
              <a:defRPr sz="1100">
                <a:solidFill>
                  <a:srgbClr val="FFFFFF"/>
                </a:solidFill>
                <a:latin typeface="Arial"/>
              </a:defRPr>
            </a:pPr>
            <a:r>
              <a:t>14</a:t>
            </a:r>
          </a:p>
        </p:txBody>
      </p:sp>
      <p:sp>
        <p:nvSpPr>
          <p:cNvPr id="5" name="TextBox 4"/>
          <p:cNvSpPr txBox="1"/>
          <p:nvPr/>
        </p:nvSpPr>
        <p:spPr>
          <a:xfrm>
            <a:off x="640080" y="228600"/>
            <a:ext cx="10789920" cy="685800"/>
          </a:xfrm>
          <a:prstGeom prst="rect">
            <a:avLst/>
          </a:prstGeom>
          <a:noFill/>
        </p:spPr>
        <p:txBody>
          <a:bodyPr wrap="square">
            <a:spAutoFit/>
          </a:bodyPr>
          <a:lstStyle/>
          <a:p>
            <a:pPr>
              <a:defRPr sz="2800" b="1">
                <a:solidFill>
                  <a:srgbClr val="0F2C53"/>
                </a:solidFill>
                <a:latin typeface="Titillium Web SemiBold"/>
              </a:defRPr>
            </a:pPr>
            <a:r>
              <a:t>Key Findings &amp; Pre-Deployment Guarantees</a:t>
            </a:r>
          </a:p>
        </p:txBody>
      </p:sp>
      <p:sp>
        <p:nvSpPr>
          <p:cNvPr id="6" name="Rectangle 5"/>
          <p:cNvSpPr/>
          <p:nvPr/>
        </p:nvSpPr>
        <p:spPr>
          <a:xfrm>
            <a:off x="640080" y="932688"/>
            <a:ext cx="10789920" cy="18288"/>
          </a:xfrm>
          <a:prstGeom prst="rect">
            <a:avLst/>
          </a:prstGeom>
          <a:solidFill>
            <a:srgbClr val="0F2C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1188720"/>
            <a:ext cx="4846320" cy="1508760"/>
          </a:xfrm>
          <a:prstGeom prst="roundRect">
            <a:avLst/>
          </a:prstGeom>
          <a:solidFill>
            <a:srgbClr val="F4F6F9"/>
          </a:solidFill>
          <a:ln w="19050">
            <a:solidFill>
              <a:srgbClr val="1A7F37"/>
            </a:solidFill>
          </a:ln>
        </p:spPr>
        <p:style>
          <a:lnRef idx="1">
            <a:schemeClr val="accent1"/>
          </a:lnRef>
          <a:fillRef idx="3">
            <a:schemeClr val="accent1"/>
          </a:fillRef>
          <a:effectRef idx="2">
            <a:schemeClr val="accent1"/>
          </a:effectRef>
          <a:fontRef idx="minor">
            <a:schemeClr val="lt1"/>
          </a:fontRef>
        </p:style>
        <p:txBody>
          <a:bodyPr rtlCol="0" anchor="ctr" wrap="square" lIns="182880" tIns="137160"/>
          <a:lstStyle/>
          <a:p>
            <a:pPr algn="ctr">
              <a:defRPr sz="3200" b="1">
                <a:solidFill>
                  <a:srgbClr val="1A7F37"/>
                </a:solidFill>
                <a:latin typeface="Titillium Web SemiBold"/>
              </a:defRPr>
            </a:pPr>
            <a:r>
              <a:t>100%</a:t>
            </a:r>
          </a:p>
          <a:p>
            <a:pPr>
              <a:defRPr sz="1300" b="1">
                <a:solidFill>
                  <a:srgbClr val="0F2C53"/>
                </a:solidFill>
                <a:latin typeface="Titillium Web SemiBold"/>
              </a:defRPr>
            </a:pPr>
            <a:r>
              <a:t>Pre-Deployment Safety Guarantee</a:t>
            </a:r>
          </a:p>
          <a:p>
            <a:pPr>
              <a:defRPr sz="1000">
                <a:solidFill>
                  <a:srgbClr val="222222"/>
                </a:solidFill>
                <a:latin typeface="Arial"/>
              </a:defRPr>
            </a:pPr>
            <a:r>
              <a:t>Zero unfeasible lightpaths reach controller (vs 34% violation in LLM baseline)</a:t>
            </a:r>
          </a:p>
        </p:txBody>
      </p:sp>
      <p:sp>
        <p:nvSpPr>
          <p:cNvPr id="8" name="Rounded Rectangle 7"/>
          <p:cNvSpPr/>
          <p:nvPr/>
        </p:nvSpPr>
        <p:spPr>
          <a:xfrm>
            <a:off x="685800" y="2880360"/>
            <a:ext cx="4846320" cy="1508760"/>
          </a:xfrm>
          <a:prstGeom prst="roundRect">
            <a:avLst/>
          </a:prstGeom>
          <a:solidFill>
            <a:srgbClr val="F4F6F9"/>
          </a:solidFill>
          <a:ln w="19050">
            <a:solidFill>
              <a:srgbClr val="0F2C53"/>
            </a:solidFill>
          </a:ln>
        </p:spPr>
        <p:style>
          <a:lnRef idx="1">
            <a:schemeClr val="accent1"/>
          </a:lnRef>
          <a:fillRef idx="3">
            <a:schemeClr val="accent1"/>
          </a:fillRef>
          <a:effectRef idx="2">
            <a:schemeClr val="accent1"/>
          </a:effectRef>
          <a:fontRef idx="minor">
            <a:schemeClr val="lt1"/>
          </a:fontRef>
        </p:style>
        <p:txBody>
          <a:bodyPr rtlCol="0" anchor="ctr" wrap="square" lIns="182880" tIns="137160"/>
          <a:lstStyle/>
          <a:p>
            <a:pPr algn="ctr">
              <a:defRPr sz="3200" b="1">
                <a:solidFill>
                  <a:srgbClr val="0F2C53"/>
                </a:solidFill>
                <a:latin typeface="Titillium Web SemiBold"/>
              </a:defRPr>
            </a:pPr>
            <a:r>
              <a:t>&gt; 70%</a:t>
            </a:r>
          </a:p>
          <a:p>
            <a:pPr>
              <a:defRPr sz="1300" b="1">
                <a:solidFill>
                  <a:srgbClr val="0F2C53"/>
                </a:solidFill>
                <a:latin typeface="Titillium Web SemiBold"/>
              </a:defRPr>
            </a:pPr>
            <a:r>
              <a:t>Reduction in Operator Fatigue</a:t>
            </a:r>
          </a:p>
          <a:p>
            <a:pPr>
              <a:defRPr sz="1000">
                <a:solidFill>
                  <a:srgbClr val="222222"/>
                </a:solidFill>
                <a:latin typeface="Arial"/>
              </a:defRPr>
            </a:pPr>
            <a:r>
              <a:t>Autonomous approval when U_sem &lt;= tau_sem (operator engaged only on high risk)</a:t>
            </a:r>
          </a:p>
        </p:txBody>
      </p:sp>
      <p:sp>
        <p:nvSpPr>
          <p:cNvPr id="9" name="Rounded Rectangle 8"/>
          <p:cNvSpPr/>
          <p:nvPr/>
        </p:nvSpPr>
        <p:spPr>
          <a:xfrm>
            <a:off x="685800" y="4572000"/>
            <a:ext cx="4846320" cy="1508760"/>
          </a:xfrm>
          <a:prstGeom prst="roundRect">
            <a:avLst/>
          </a:prstGeom>
          <a:solidFill>
            <a:srgbClr val="F4F6F9"/>
          </a:solidFill>
          <a:ln w="19050">
            <a:solidFill>
              <a:srgbClr val="0F2C53"/>
            </a:solidFill>
          </a:ln>
        </p:spPr>
        <p:style>
          <a:lnRef idx="1">
            <a:schemeClr val="accent1"/>
          </a:lnRef>
          <a:fillRef idx="3">
            <a:schemeClr val="accent1"/>
          </a:fillRef>
          <a:effectRef idx="2">
            <a:schemeClr val="accent1"/>
          </a:effectRef>
          <a:fontRef idx="minor">
            <a:schemeClr val="lt1"/>
          </a:fontRef>
        </p:style>
        <p:txBody>
          <a:bodyPr rtlCol="0" anchor="ctr" wrap="square" lIns="182880" tIns="137160"/>
          <a:lstStyle/>
          <a:p>
            <a:pPr algn="ctr">
              <a:defRPr sz="3200" b="1">
                <a:solidFill>
                  <a:srgbClr val="0F2C53"/>
                </a:solidFill>
                <a:latin typeface="Titillium Web SemiBold"/>
              </a:defRPr>
            </a:pPr>
            <a:r>
              <a:t>&lt; 15 ms</a:t>
            </a:r>
          </a:p>
          <a:p>
            <a:pPr>
              <a:defRPr sz="1300" b="1">
                <a:solidFill>
                  <a:srgbClr val="0F2C53"/>
                </a:solidFill>
                <a:latin typeface="Titillium Web SemiBold"/>
              </a:defRPr>
            </a:pPr>
            <a:r>
              <a:t>Deterministic Physics &amp; Solver Latency</a:t>
            </a:r>
          </a:p>
          <a:p>
            <a:pPr>
              <a:defRPr sz="1000">
                <a:solidFill>
                  <a:srgbClr val="222222"/>
                </a:solidFill>
                <a:latin typeface="Arial"/>
              </a:defRPr>
            </a:pPr>
            <a:r>
              <a:t>Sub-second orchestration; solver &amp; GN model execute in sub-milliseconds</a:t>
            </a:r>
          </a:p>
        </p:txBody>
      </p:sp>
      <p:sp>
        <p:nvSpPr>
          <p:cNvPr id="10" name="Rounded Rectangle 9"/>
          <p:cNvSpPr/>
          <p:nvPr/>
        </p:nvSpPr>
        <p:spPr>
          <a:xfrm>
            <a:off x="5760720" y="1188720"/>
            <a:ext cx="5715000" cy="4892040"/>
          </a:xfrm>
          <a:prstGeom prst="roundRect">
            <a:avLst/>
          </a:prstGeom>
          <a:solidFill>
            <a:srgbClr val="F4F6F9"/>
          </a:solidFill>
          <a:ln w="19050">
            <a:solidFill>
              <a:srgbClr val="5A6B82"/>
            </a:solidFill>
            <a:prstDash val="dash"/>
          </a:ln>
        </p:spPr>
        <p:style>
          <a:lnRef idx="1">
            <a:schemeClr val="accent1"/>
          </a:lnRef>
          <a:fillRef idx="3">
            <a:schemeClr val="accent1"/>
          </a:fillRef>
          <a:effectRef idx="2">
            <a:schemeClr val="accent1"/>
          </a:effectRef>
          <a:fontRef idx="minor">
            <a:schemeClr val="lt1"/>
          </a:fontRef>
        </p:style>
        <p:txBody>
          <a:bodyPr rtlCol="0" anchor="ctr" wrap="square" lIns="228600" rIns="228600" tIns="274320"/>
          <a:lstStyle/>
          <a:p>
            <a:pPr algn="ctr">
              <a:defRPr sz="3200">
                <a:latin typeface="Segoe UI Emoji"/>
              </a:defRPr>
            </a:pPr>
            <a:r>
              <a:t>📊</a:t>
            </a:r>
          </a:p>
          <a:p>
            <a:pPr algn="ctr">
              <a:defRPr sz="1500" b="1">
                <a:solidFill>
                  <a:srgbClr val="0F2C53"/>
                </a:solidFill>
                <a:latin typeface="Titillium Web SemiBold"/>
              </a:defRPr>
            </a:pPr>
            <a:r>
              <a:t>Empirical Benchmark: GSNR Distribution &amp; Blocking Rate vs Baselines</a:t>
            </a:r>
          </a:p>
          <a:p>
            <a:pPr algn="ctr">
              <a:defRPr sz="1100">
                <a:solidFill>
                  <a:srgbClr val="5A6B82"/>
                </a:solidFill>
                <a:latin typeface="Arial"/>
              </a:defRPr>
            </a:pPr>
            <a:r>
              <a:t>(Target: 16:9 Matplotlib / Chapter 4 Benchmark Plot — Replace in PowerPoint)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537960"/>
            <a:ext cx="12191695" cy="320040"/>
          </a:xfrm>
          <a:prstGeom prst="rect">
            <a:avLst/>
          </a:prstGeom>
          <a:solidFill>
            <a:srgbClr val="0F2C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0" y="6537960"/>
            <a:ext cx="2377440" cy="274320"/>
          </a:xfrm>
          <a:prstGeom prst="rect">
            <a:avLst/>
          </a:prstGeom>
          <a:noFill/>
        </p:spPr>
        <p:txBody>
          <a:bodyPr wrap="square">
            <a:spAutoFit/>
          </a:bodyPr>
          <a:lstStyle/>
          <a:p>
            <a:pPr algn="r">
              <a:defRPr sz="1100" b="1">
                <a:solidFill>
                  <a:srgbClr val="FFFFFF"/>
                </a:solidFill>
                <a:latin typeface="Arial"/>
              </a:defRPr>
            </a:pPr>
            <a:r>
              <a:t>POLITECNICO DI MILANO</a:t>
            </a:r>
          </a:p>
        </p:txBody>
      </p:sp>
      <p:sp>
        <p:nvSpPr>
          <p:cNvPr id="4" name="TextBox 3"/>
          <p:cNvSpPr txBox="1"/>
          <p:nvPr/>
        </p:nvSpPr>
        <p:spPr>
          <a:xfrm>
            <a:off x="365760" y="6537960"/>
            <a:ext cx="1371600" cy="274320"/>
          </a:xfrm>
          <a:prstGeom prst="rect">
            <a:avLst/>
          </a:prstGeom>
          <a:noFill/>
        </p:spPr>
        <p:txBody>
          <a:bodyPr wrap="none">
            <a:spAutoFit/>
          </a:bodyPr>
          <a:lstStyle/>
          <a:p>
            <a:pPr>
              <a:defRPr sz="1100">
                <a:solidFill>
                  <a:srgbClr val="FFFFFF"/>
                </a:solidFill>
                <a:latin typeface="Arial"/>
              </a:defRPr>
            </a:pPr>
            <a:r>
              <a:t>15</a:t>
            </a:r>
          </a:p>
        </p:txBody>
      </p:sp>
      <p:sp>
        <p:nvSpPr>
          <p:cNvPr id="5" name="TextBox 4"/>
          <p:cNvSpPr txBox="1"/>
          <p:nvPr/>
        </p:nvSpPr>
        <p:spPr>
          <a:xfrm>
            <a:off x="640080" y="228600"/>
            <a:ext cx="10789920" cy="685800"/>
          </a:xfrm>
          <a:prstGeom prst="rect">
            <a:avLst/>
          </a:prstGeom>
          <a:noFill/>
        </p:spPr>
        <p:txBody>
          <a:bodyPr wrap="square">
            <a:spAutoFit/>
          </a:bodyPr>
          <a:lstStyle/>
          <a:p>
            <a:pPr>
              <a:defRPr sz="2800" b="1">
                <a:solidFill>
                  <a:srgbClr val="0F2C53"/>
                </a:solidFill>
                <a:latin typeface="Titillium Web SemiBold"/>
              </a:defRPr>
            </a:pPr>
            <a:r>
              <a:t>Conclusions &amp; Main Takeaways</a:t>
            </a:r>
          </a:p>
        </p:txBody>
      </p:sp>
      <p:sp>
        <p:nvSpPr>
          <p:cNvPr id="6" name="Rectangle 5"/>
          <p:cNvSpPr/>
          <p:nvPr/>
        </p:nvSpPr>
        <p:spPr>
          <a:xfrm>
            <a:off x="640080" y="932688"/>
            <a:ext cx="10789920" cy="18288"/>
          </a:xfrm>
          <a:prstGeom prst="rect">
            <a:avLst/>
          </a:prstGeom>
          <a:solidFill>
            <a:srgbClr val="0F2C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1234440"/>
            <a:ext cx="5212080" cy="2331720"/>
          </a:xfrm>
          <a:prstGeom prst="roundRect">
            <a:avLst/>
          </a:prstGeom>
          <a:solidFill>
            <a:srgbClr val="F4F6F9"/>
          </a:solidFill>
          <a:ln w="19050">
            <a:solidFill>
              <a:srgbClr val="0F2C53"/>
            </a:solidFill>
          </a:ln>
        </p:spPr>
        <p:style>
          <a:lnRef idx="1">
            <a:schemeClr val="accent1"/>
          </a:lnRef>
          <a:fillRef idx="3">
            <a:schemeClr val="accent1"/>
          </a:fillRef>
          <a:effectRef idx="2">
            <a:schemeClr val="accent1"/>
          </a:effectRef>
          <a:fontRef idx="minor">
            <a:schemeClr val="lt1"/>
          </a:fontRef>
        </p:style>
        <p:txBody>
          <a:bodyPr rtlCol="0" anchor="ctr" wrap="square" tIns="594360" lIns="137160" rIns="137160"/>
          <a:lstStyle/>
          <a:p>
            <a:pPr algn="ctr">
              <a:spcAft>
                <a:spcPts val="300"/>
              </a:spcAft>
              <a:defRPr sz="1100">
                <a:solidFill>
                  <a:srgbClr val="222222"/>
                </a:solidFill>
                <a:latin typeface="Arial"/>
              </a:defRPr>
            </a:pPr>
            <a:r>
              <a:t>•  Probabilistic LLMs must never calculate physical impairments or route lightpaths</a:t>
            </a:r>
          </a:p>
          <a:p>
            <a:pPr>
              <a:spcAft>
                <a:spcPts val="300"/>
              </a:spcAft>
              <a:defRPr sz="1100">
                <a:solidFill>
                  <a:srgbClr val="222222"/>
                </a:solidFill>
                <a:latin typeface="Arial"/>
              </a:defRPr>
            </a:pPr>
            <a:r>
              <a:t>•  Natural language reasoning cleanly bridges to formal PDDL planning</a:t>
            </a:r>
          </a:p>
          <a:p>
            <a:pPr>
              <a:spcAft>
                <a:spcPts val="300"/>
              </a:spcAft>
              <a:defRPr sz="1100">
                <a:solidFill>
                  <a:srgbClr val="222222"/>
                </a:solidFill>
                <a:latin typeface="Arial"/>
              </a:defRPr>
            </a:pPr>
            <a:r>
              <a:t>•  Guarantees formal soundness without constraining operator expressiveness</a:t>
            </a:r>
          </a:p>
        </p:txBody>
      </p:sp>
      <p:sp>
        <p:nvSpPr>
          <p:cNvPr id="8" name="Rounded Rectangle 7"/>
          <p:cNvSpPr/>
          <p:nvPr/>
        </p:nvSpPr>
        <p:spPr>
          <a:xfrm>
            <a:off x="685800" y="1234440"/>
            <a:ext cx="5212080" cy="502920"/>
          </a:xfrm>
          <a:prstGeom prst="roundRect">
            <a:avLst/>
          </a:prstGeom>
          <a:solidFill>
            <a:srgbClr val="0F2C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Titillium Web SemiBold"/>
              </a:defRPr>
            </a:pPr>
            <a:r>
              <a:t>🧠 Neurosymbolic Decoupling is Essential</a:t>
            </a:r>
          </a:p>
        </p:txBody>
      </p:sp>
      <p:sp>
        <p:nvSpPr>
          <p:cNvPr id="9" name="Rounded Rectangle 8"/>
          <p:cNvSpPr/>
          <p:nvPr/>
        </p:nvSpPr>
        <p:spPr>
          <a:xfrm>
            <a:off x="6217920" y="1234440"/>
            <a:ext cx="5212080" cy="2331720"/>
          </a:xfrm>
          <a:prstGeom prst="roundRect">
            <a:avLst/>
          </a:prstGeom>
          <a:solidFill>
            <a:srgbClr val="F4F6F9"/>
          </a:solidFill>
          <a:ln w="19050">
            <a:solidFill>
              <a:srgbClr val="1A7F37"/>
            </a:solidFill>
          </a:ln>
        </p:spPr>
        <p:style>
          <a:lnRef idx="1">
            <a:schemeClr val="accent1"/>
          </a:lnRef>
          <a:fillRef idx="3">
            <a:schemeClr val="accent1"/>
          </a:fillRef>
          <a:effectRef idx="2">
            <a:schemeClr val="accent1"/>
          </a:effectRef>
          <a:fontRef idx="minor">
            <a:schemeClr val="lt1"/>
          </a:fontRef>
        </p:style>
        <p:txBody>
          <a:bodyPr rtlCol="0" anchor="ctr" wrap="square" tIns="594360" lIns="137160" rIns="137160"/>
          <a:lstStyle/>
          <a:p>
            <a:pPr algn="ctr">
              <a:spcAft>
                <a:spcPts val="300"/>
              </a:spcAft>
              <a:defRPr sz="1100">
                <a:solidFill>
                  <a:srgbClr val="222222"/>
                </a:solidFill>
                <a:latin typeface="Arial"/>
              </a:defRPr>
            </a:pPr>
            <a:r>
              <a:t>•  Early semantic evaluation (U_sem) eliminates drift before physics computation</a:t>
            </a:r>
          </a:p>
          <a:p>
            <a:pPr>
              <a:spcAft>
                <a:spcPts val="300"/>
              </a:spcAft>
              <a:defRPr sz="1100">
                <a:solidFill>
                  <a:srgbClr val="222222"/>
                </a:solidFill>
                <a:latin typeface="Arial"/>
              </a:defRPr>
            </a:pPr>
            <a:r>
              <a:t>•  Deterministic GN-model verification (QoT_valid) ensures 100% physical feasibility</a:t>
            </a:r>
          </a:p>
          <a:p>
            <a:pPr>
              <a:spcAft>
                <a:spcPts val="300"/>
              </a:spcAft>
              <a:defRPr sz="1100">
                <a:solidFill>
                  <a:srgbClr val="222222"/>
                </a:solidFill>
                <a:latin typeface="Arial"/>
              </a:defRPr>
            </a:pPr>
            <a:r>
              <a:t>•  Zero unverified configurations ever reach the optical controller</a:t>
            </a:r>
          </a:p>
        </p:txBody>
      </p:sp>
      <p:sp>
        <p:nvSpPr>
          <p:cNvPr id="10" name="Rounded Rectangle 9"/>
          <p:cNvSpPr/>
          <p:nvPr/>
        </p:nvSpPr>
        <p:spPr>
          <a:xfrm>
            <a:off x="6217920" y="1234440"/>
            <a:ext cx="5212080" cy="502920"/>
          </a:xfrm>
          <a:prstGeom prst="roundRect">
            <a:avLst/>
          </a:prstGeom>
          <a:solidFill>
            <a:srgbClr val="1A7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Titillium Web SemiBold"/>
              </a:defRPr>
            </a:pPr>
            <a:r>
              <a:t>🔒 Sequential Risk Gates Prevent Failure</a:t>
            </a:r>
          </a:p>
        </p:txBody>
      </p:sp>
      <p:sp>
        <p:nvSpPr>
          <p:cNvPr id="11" name="Rounded Rectangle 10"/>
          <p:cNvSpPr/>
          <p:nvPr/>
        </p:nvSpPr>
        <p:spPr>
          <a:xfrm>
            <a:off x="685800" y="3886200"/>
            <a:ext cx="5212080" cy="2331720"/>
          </a:xfrm>
          <a:prstGeom prst="roundRect">
            <a:avLst/>
          </a:prstGeom>
          <a:solidFill>
            <a:srgbClr val="F4F6F9"/>
          </a:solidFill>
          <a:ln w="19050">
            <a:solidFill>
              <a:srgbClr val="0F2C53"/>
            </a:solidFill>
          </a:ln>
        </p:spPr>
        <p:style>
          <a:lnRef idx="1">
            <a:schemeClr val="accent1"/>
          </a:lnRef>
          <a:fillRef idx="3">
            <a:schemeClr val="accent1"/>
          </a:fillRef>
          <a:effectRef idx="2">
            <a:schemeClr val="accent1"/>
          </a:effectRef>
          <a:fontRef idx="minor">
            <a:schemeClr val="lt1"/>
          </a:fontRef>
        </p:style>
        <p:txBody>
          <a:bodyPr rtlCol="0" anchor="ctr" wrap="square" tIns="594360" lIns="137160" rIns="137160"/>
          <a:lstStyle/>
          <a:p>
            <a:pPr algn="ctr">
              <a:spcAft>
                <a:spcPts val="300"/>
              </a:spcAft>
              <a:defRPr sz="1100">
                <a:solidFill>
                  <a:srgbClr val="222222"/>
                </a:solidFill>
                <a:latin typeface="Arial"/>
              </a:defRPr>
            </a:pPr>
            <a:r>
              <a:t>•  Engaging operators proportionally to risk eliminates fatigue while maintaining safety</a:t>
            </a:r>
          </a:p>
          <a:p>
            <a:pPr>
              <a:spcAft>
                <a:spcPts val="300"/>
              </a:spcAft>
              <a:defRPr sz="1100">
                <a:solidFill>
                  <a:srgbClr val="222222"/>
                </a:solidFill>
                <a:latin typeface="Arial"/>
              </a:defRPr>
            </a:pPr>
            <a:r>
              <a:t>•  Over 70% reduction in human intervention compared to always-on review</a:t>
            </a:r>
          </a:p>
          <a:p>
            <a:pPr>
              <a:spcAft>
                <a:spcPts val="300"/>
              </a:spcAft>
              <a:defRPr sz="1100">
                <a:solidFill>
                  <a:srgbClr val="222222"/>
                </a:solidFill>
                <a:latin typeface="Arial"/>
              </a:defRPr>
            </a:pPr>
            <a:r>
              <a:t>•  Sub-second planning latency enables rapid dynamic lightpath turn-up</a:t>
            </a:r>
          </a:p>
        </p:txBody>
      </p:sp>
      <p:sp>
        <p:nvSpPr>
          <p:cNvPr id="12" name="Rounded Rectangle 11"/>
          <p:cNvSpPr/>
          <p:nvPr/>
        </p:nvSpPr>
        <p:spPr>
          <a:xfrm>
            <a:off x="685800" y="3886200"/>
            <a:ext cx="5212080" cy="502920"/>
          </a:xfrm>
          <a:prstGeom prst="roundRect">
            <a:avLst/>
          </a:prstGeom>
          <a:solidFill>
            <a:srgbClr val="0F2C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Titillium Web SemiBold"/>
              </a:defRPr>
            </a:pPr>
            <a:r>
              <a:t>⚡ Selective HITL Optimizes Efficiency</a:t>
            </a:r>
          </a:p>
        </p:txBody>
      </p:sp>
      <p:sp>
        <p:nvSpPr>
          <p:cNvPr id="13" name="Rounded Rectangle 12"/>
          <p:cNvSpPr/>
          <p:nvPr/>
        </p:nvSpPr>
        <p:spPr>
          <a:xfrm>
            <a:off x="6217920" y="3886200"/>
            <a:ext cx="5212080" cy="2331720"/>
          </a:xfrm>
          <a:prstGeom prst="roundRect">
            <a:avLst/>
          </a:prstGeom>
          <a:solidFill>
            <a:srgbClr val="F4F6F9"/>
          </a:solidFill>
          <a:ln w="19050">
            <a:solidFill>
              <a:srgbClr val="0F2C53"/>
            </a:solidFill>
          </a:ln>
        </p:spPr>
        <p:style>
          <a:lnRef idx="1">
            <a:schemeClr val="accent1"/>
          </a:lnRef>
          <a:fillRef idx="3">
            <a:schemeClr val="accent1"/>
          </a:fillRef>
          <a:effectRef idx="2">
            <a:schemeClr val="accent1"/>
          </a:effectRef>
          <a:fontRef idx="minor">
            <a:schemeClr val="lt1"/>
          </a:fontRef>
        </p:style>
        <p:txBody>
          <a:bodyPr rtlCol="0" anchor="ctr" wrap="square" tIns="594360" lIns="137160" rIns="137160"/>
          <a:lstStyle/>
          <a:p>
            <a:pPr algn="ctr">
              <a:spcAft>
                <a:spcPts val="300"/>
              </a:spcAft>
              <a:defRPr sz="1100">
                <a:solidFill>
                  <a:srgbClr val="222222"/>
                </a:solidFill>
                <a:latin typeface="Arial"/>
              </a:defRPr>
            </a:pPr>
            <a:r>
              <a:t>•  Fully implemented LangGraph state machine with memory checkpoints</a:t>
            </a:r>
          </a:p>
          <a:p>
            <a:pPr>
              <a:spcAft>
                <a:spcPts val="300"/>
              </a:spcAft>
              <a:defRPr sz="1100">
                <a:solidFill>
                  <a:srgbClr val="222222"/>
                </a:solidFill>
                <a:latin typeface="Arial"/>
              </a:defRPr>
            </a:pPr>
            <a:r>
              <a:t>•  Benchmarked on realistic 17-node German optical topology and RESTConf testbed</a:t>
            </a:r>
          </a:p>
          <a:p>
            <a:pPr>
              <a:spcAft>
                <a:spcPts val="300"/>
              </a:spcAft>
              <a:defRPr sz="1100">
                <a:solidFill>
                  <a:srgbClr val="222222"/>
                </a:solidFill>
                <a:latin typeface="Arial"/>
              </a:defRPr>
            </a:pPr>
            <a:r>
              <a:t>•  Establishes a reproducible foundation for autonomous optical networking</a:t>
            </a:r>
          </a:p>
        </p:txBody>
      </p:sp>
      <p:sp>
        <p:nvSpPr>
          <p:cNvPr id="14" name="Rounded Rectangle 13"/>
          <p:cNvSpPr/>
          <p:nvPr/>
        </p:nvSpPr>
        <p:spPr>
          <a:xfrm>
            <a:off x="6217920" y="3886200"/>
            <a:ext cx="5212080" cy="502920"/>
          </a:xfrm>
          <a:prstGeom prst="roundRect">
            <a:avLst/>
          </a:prstGeom>
          <a:solidFill>
            <a:srgbClr val="0F2C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Titillium Web SemiBold"/>
              </a:defRPr>
            </a:pPr>
            <a:r>
              <a:t>⚙️ Production-Ready Engineering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537960"/>
            <a:ext cx="12191695" cy="320040"/>
          </a:xfrm>
          <a:prstGeom prst="rect">
            <a:avLst/>
          </a:prstGeom>
          <a:solidFill>
            <a:srgbClr val="0F2C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0" y="6537960"/>
            <a:ext cx="2377440" cy="274320"/>
          </a:xfrm>
          <a:prstGeom prst="rect">
            <a:avLst/>
          </a:prstGeom>
          <a:noFill/>
        </p:spPr>
        <p:txBody>
          <a:bodyPr wrap="square">
            <a:spAutoFit/>
          </a:bodyPr>
          <a:lstStyle/>
          <a:p>
            <a:pPr algn="r">
              <a:defRPr sz="1100" b="1">
                <a:solidFill>
                  <a:srgbClr val="FFFFFF"/>
                </a:solidFill>
                <a:latin typeface="Arial"/>
              </a:defRPr>
            </a:pPr>
            <a:r>
              <a:t>POLITECNICO DI MILANO</a:t>
            </a:r>
          </a:p>
        </p:txBody>
      </p:sp>
      <p:sp>
        <p:nvSpPr>
          <p:cNvPr id="4" name="TextBox 3"/>
          <p:cNvSpPr txBox="1"/>
          <p:nvPr/>
        </p:nvSpPr>
        <p:spPr>
          <a:xfrm>
            <a:off x="365760" y="6537960"/>
            <a:ext cx="1371600" cy="274320"/>
          </a:xfrm>
          <a:prstGeom prst="rect">
            <a:avLst/>
          </a:prstGeom>
          <a:noFill/>
        </p:spPr>
        <p:txBody>
          <a:bodyPr wrap="none">
            <a:spAutoFit/>
          </a:bodyPr>
          <a:lstStyle/>
          <a:p>
            <a:pPr>
              <a:defRPr sz="1100">
                <a:solidFill>
                  <a:srgbClr val="FFFFFF"/>
                </a:solidFill>
                <a:latin typeface="Arial"/>
              </a:defRPr>
            </a:pPr>
            <a:r>
              <a:t>16</a:t>
            </a:r>
          </a:p>
        </p:txBody>
      </p:sp>
      <p:sp>
        <p:nvSpPr>
          <p:cNvPr id="5" name="TextBox 4"/>
          <p:cNvSpPr txBox="1"/>
          <p:nvPr/>
        </p:nvSpPr>
        <p:spPr>
          <a:xfrm>
            <a:off x="640080" y="228600"/>
            <a:ext cx="10789920" cy="685800"/>
          </a:xfrm>
          <a:prstGeom prst="rect">
            <a:avLst/>
          </a:prstGeom>
          <a:noFill/>
        </p:spPr>
        <p:txBody>
          <a:bodyPr wrap="square">
            <a:spAutoFit/>
          </a:bodyPr>
          <a:lstStyle/>
          <a:p>
            <a:pPr>
              <a:defRPr sz="2800" b="1">
                <a:solidFill>
                  <a:srgbClr val="0F2C53"/>
                </a:solidFill>
                <a:latin typeface="Titillium Web SemiBold"/>
              </a:defRPr>
            </a:pPr>
            <a:r>
              <a:t>Future Outlook &amp; Acknowledgments</a:t>
            </a:r>
          </a:p>
        </p:txBody>
      </p:sp>
      <p:sp>
        <p:nvSpPr>
          <p:cNvPr id="6" name="Rectangle 5"/>
          <p:cNvSpPr/>
          <p:nvPr/>
        </p:nvSpPr>
        <p:spPr>
          <a:xfrm>
            <a:off x="640080" y="932688"/>
            <a:ext cx="10789920" cy="18288"/>
          </a:xfrm>
          <a:prstGeom prst="rect">
            <a:avLst/>
          </a:prstGeom>
          <a:solidFill>
            <a:srgbClr val="0F2C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1234440"/>
            <a:ext cx="6217920" cy="1463040"/>
          </a:xfrm>
          <a:prstGeom prst="roundRect">
            <a:avLst/>
          </a:prstGeom>
          <a:solidFill>
            <a:srgbClr val="F4F6F9"/>
          </a:solidFill>
          <a:ln w="19050">
            <a:solidFill>
              <a:srgbClr val="0F2C53"/>
            </a:solidFill>
          </a:ln>
        </p:spPr>
        <p:style>
          <a:lnRef idx="1">
            <a:schemeClr val="accent1"/>
          </a:lnRef>
          <a:fillRef idx="3">
            <a:schemeClr val="accent1"/>
          </a:fillRef>
          <a:effectRef idx="2">
            <a:schemeClr val="accent1"/>
          </a:effectRef>
          <a:fontRef idx="minor">
            <a:schemeClr val="lt1"/>
          </a:fontRef>
        </p:style>
        <p:txBody>
          <a:bodyPr rtlCol="0" anchor="ctr" wrap="square" lIns="182880" tIns="137160"/>
          <a:lstStyle/>
          <a:p>
            <a:pPr algn="ctr">
              <a:defRPr sz="1400" b="1">
                <a:solidFill>
                  <a:srgbClr val="0F2C53"/>
                </a:solidFill>
                <a:latin typeface="Titillium Web SemiBold"/>
              </a:defRPr>
            </a:pPr>
            <a:r>
              <a:t>🖥️  Joint Compute and Optical Scheduling</a:t>
            </a:r>
          </a:p>
          <a:p>
            <a:pPr>
              <a:spcBef>
                <a:spcPts val="400"/>
              </a:spcBef>
              <a:defRPr sz="1100">
                <a:solidFill>
                  <a:srgbClr val="222222"/>
                </a:solidFill>
                <a:latin typeface="Arial"/>
              </a:defRPr>
            </a:pPr>
            <a:r>
              <a:t>Extending PDDL domain to co-schedule distributed GPU cluster workloads alongside optical lightpaths</a:t>
            </a:r>
          </a:p>
        </p:txBody>
      </p:sp>
      <p:sp>
        <p:nvSpPr>
          <p:cNvPr id="8" name="Rounded Rectangle 7"/>
          <p:cNvSpPr/>
          <p:nvPr/>
        </p:nvSpPr>
        <p:spPr>
          <a:xfrm>
            <a:off x="685800" y="2880360"/>
            <a:ext cx="6217920" cy="1463040"/>
          </a:xfrm>
          <a:prstGeom prst="roundRect">
            <a:avLst/>
          </a:prstGeom>
          <a:solidFill>
            <a:srgbClr val="F4F6F9"/>
          </a:solidFill>
          <a:ln w="19050">
            <a:solidFill>
              <a:srgbClr val="0F2C53"/>
            </a:solidFill>
          </a:ln>
        </p:spPr>
        <p:style>
          <a:lnRef idx="1">
            <a:schemeClr val="accent1"/>
          </a:lnRef>
          <a:fillRef idx="3">
            <a:schemeClr val="accent1"/>
          </a:fillRef>
          <a:effectRef idx="2">
            <a:schemeClr val="accent1"/>
          </a:effectRef>
          <a:fontRef idx="minor">
            <a:schemeClr val="lt1"/>
          </a:fontRef>
        </p:style>
        <p:txBody>
          <a:bodyPr rtlCol="0" anchor="ctr" wrap="square" lIns="182880" tIns="137160"/>
          <a:lstStyle/>
          <a:p>
            <a:pPr algn="ctr">
              <a:defRPr sz="1400" b="1">
                <a:solidFill>
                  <a:srgbClr val="0F2C53"/>
                </a:solidFill>
                <a:latin typeface="Titillium Web SemiBold"/>
              </a:defRPr>
            </a:pPr>
            <a:r>
              <a:t>🌈  Multi-Band &amp; Dynamic Optical Channels</a:t>
            </a:r>
          </a:p>
          <a:p>
            <a:pPr>
              <a:spcBef>
                <a:spcPts val="400"/>
              </a:spcBef>
              <a:defRPr sz="1100">
                <a:solidFill>
                  <a:srgbClr val="222222"/>
                </a:solidFill>
                <a:latin typeface="Arial"/>
              </a:defRPr>
            </a:pPr>
            <a:r>
              <a:t>Expanding analytical GN-models to incorporate C+L multi-band SRS inter-channel Raman crosstalk</a:t>
            </a:r>
          </a:p>
        </p:txBody>
      </p:sp>
      <p:sp>
        <p:nvSpPr>
          <p:cNvPr id="9" name="Rounded Rectangle 8"/>
          <p:cNvSpPr/>
          <p:nvPr/>
        </p:nvSpPr>
        <p:spPr>
          <a:xfrm>
            <a:off x="685800" y="4526280"/>
            <a:ext cx="6217920" cy="1463040"/>
          </a:xfrm>
          <a:prstGeom prst="roundRect">
            <a:avLst/>
          </a:prstGeom>
          <a:solidFill>
            <a:srgbClr val="F4F6F9"/>
          </a:solidFill>
          <a:ln w="19050">
            <a:solidFill>
              <a:srgbClr val="0F2C53"/>
            </a:solidFill>
          </a:ln>
        </p:spPr>
        <p:style>
          <a:lnRef idx="1">
            <a:schemeClr val="accent1"/>
          </a:lnRef>
          <a:fillRef idx="3">
            <a:schemeClr val="accent1"/>
          </a:fillRef>
          <a:effectRef idx="2">
            <a:schemeClr val="accent1"/>
          </a:effectRef>
          <a:fontRef idx="minor">
            <a:schemeClr val="lt1"/>
          </a:fontRef>
        </p:style>
        <p:txBody>
          <a:bodyPr rtlCol="0" anchor="ctr" wrap="square" lIns="182880" tIns="137160"/>
          <a:lstStyle/>
          <a:p>
            <a:pPr algn="ctr">
              <a:defRPr sz="1400" b="1">
                <a:solidFill>
                  <a:srgbClr val="0F2C53"/>
                </a:solidFill>
                <a:latin typeface="Titillium Web SemiBold"/>
              </a:defRPr>
            </a:pPr>
            <a:r>
              <a:t>🔄  Autonomous Online Self-Healing</a:t>
            </a:r>
          </a:p>
          <a:p>
            <a:pPr>
              <a:spcBef>
                <a:spcPts val="400"/>
              </a:spcBef>
              <a:defRPr sz="1100">
                <a:solidFill>
                  <a:srgbClr val="222222"/>
                </a:solidFill>
                <a:latin typeface="Arial"/>
              </a:defRPr>
            </a:pPr>
            <a:r>
              <a:t>Ingesting real-time testbed telemetry for closed-loop intent re-planning upon physical fiber degradation</a:t>
            </a:r>
          </a:p>
        </p:txBody>
      </p:sp>
      <p:sp>
        <p:nvSpPr>
          <p:cNvPr id="10" name="Rounded Rectangle 9"/>
          <p:cNvSpPr/>
          <p:nvPr/>
        </p:nvSpPr>
        <p:spPr>
          <a:xfrm>
            <a:off x="7132320" y="1234440"/>
            <a:ext cx="4343400" cy="4754880"/>
          </a:xfrm>
          <a:prstGeom prst="roundRect">
            <a:avLst/>
          </a:prstGeom>
          <a:solidFill>
            <a:srgbClr val="F4F6F9"/>
          </a:solidFill>
          <a:ln w="25400">
            <a:solidFill>
              <a:srgbClr val="85200C"/>
            </a:solidFill>
          </a:ln>
        </p:spPr>
        <p:style>
          <a:lnRef idx="1">
            <a:schemeClr val="accent1"/>
          </a:lnRef>
          <a:fillRef idx="3">
            <a:schemeClr val="accent1"/>
          </a:fillRef>
          <a:effectRef idx="2">
            <a:schemeClr val="accent1"/>
          </a:effectRef>
          <a:fontRef idx="minor">
            <a:schemeClr val="lt1"/>
          </a:fontRef>
        </p:style>
        <p:txBody>
          <a:bodyPr rtlCol="0" anchor="ctr" wrap="square" tIns="365760" lIns="228600" rIns="228600"/>
          <a:lstStyle/>
          <a:p>
            <a:pPr algn="ctr">
              <a:defRPr sz="1600" b="1">
                <a:solidFill>
                  <a:srgbClr val="85200C"/>
                </a:solidFill>
                <a:latin typeface="Titillium Web SemiBold"/>
              </a:defRPr>
            </a:pPr>
            <a:r>
              <a:t>ACKNOWLEDGMENTS</a:t>
            </a:r>
          </a:p>
          <a:p>
            <a:pPr algn="ctr">
              <a:spcBef>
                <a:spcPts val="1200"/>
              </a:spcBef>
              <a:defRPr sz="1200">
                <a:solidFill>
                  <a:srgbClr val="222222"/>
                </a:solidFill>
                <a:latin typeface="Arial"/>
              </a:defRPr>
            </a:pPr>
            <a:r>
              <a:t>Sincere gratitude to Academic Advisor Prof. Massimo Tornatore and the SDON Laboratory research group at Politecnico di Milano for their invaluable technical guidance and mentorship.</a:t>
            </a:r>
          </a:p>
          <a:p>
            <a:pPr algn="ctr">
              <a:spcBef>
                <a:spcPts val="1600"/>
              </a:spcBef>
              <a:defRPr sz="1200">
                <a:solidFill>
                  <a:srgbClr val="5A6B82"/>
                </a:solidFill>
                <a:latin typeface="Arial"/>
              </a:defRPr>
            </a:pPr>
            <a:r>
              <a:t>──────────────────────</a:t>
            </a:r>
          </a:p>
          <a:p>
            <a:pPr algn="ctr">
              <a:spcBef>
                <a:spcPts val="1600"/>
              </a:spcBef>
              <a:defRPr sz="1800" b="1">
                <a:solidFill>
                  <a:srgbClr val="0F2C53"/>
                </a:solidFill>
                <a:latin typeface="Titillium Web SemiBold"/>
              </a:defRPr>
            </a:pPr>
            <a:r>
              <a:t>Thank You for Your Attention!</a:t>
            </a:r>
          </a:p>
          <a:p>
            <a:pPr algn="ctr">
              <a:spcBef>
                <a:spcPts val="400"/>
              </a:spcBef>
              <a:defRPr sz="1400">
                <a:solidFill>
                  <a:srgbClr val="5A6B82"/>
                </a:solidFill>
                <a:latin typeface="Arial"/>
              </a:defRPr>
            </a:pPr>
            <a:r>
              <a:t>Questions &amp; Discussion</a:t>
            </a:r>
          </a:p>
        </p:txBody>
      </p:sp>
    </p:spTree>
  </p:cSld>
  <p:clrMapOvr>
    <a:masterClrMapping/>
  </p:clrMapOvr>
</p:sld>
</file>

<file path=ppt/theme/theme1.xml><?xml version="1.0" encoding="utf-8"?>
<a:theme xmlns:a="http://schemas.openxmlformats.org/drawingml/2006/main" name="Office Theme">
  <a:themeElements>
    <a:clrScheme name="Custom 2">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 Master">
  <a:themeElements>
    <a:clrScheme name="Nokia 2023.1">
      <a:dk1>
        <a:srgbClr val="CCCCCC"/>
      </a:dk1>
      <a:lt1>
        <a:srgbClr val="FFFFFF"/>
      </a:lt1>
      <a:dk2>
        <a:srgbClr val="001135"/>
      </a:dk2>
      <a:lt2>
        <a:srgbClr val="666666"/>
      </a:lt2>
      <a:accent1>
        <a:srgbClr val="005AFF"/>
      </a:accent1>
      <a:accent2>
        <a:srgbClr val="23ABB6"/>
      </a:accent2>
      <a:accent3>
        <a:srgbClr val="37CC73"/>
      </a:accent3>
      <a:accent4>
        <a:srgbClr val="F47F31"/>
      </a:accent4>
      <a:accent5>
        <a:srgbClr val="E03DCD"/>
      </a:accent5>
      <a:accent6>
        <a:srgbClr val="7D33F2"/>
      </a:accent6>
      <a:hlink>
        <a:srgbClr val="001135"/>
      </a:hlink>
      <a:folHlink>
        <a:srgbClr val="005AFF"/>
      </a:folHlink>
    </a:clrScheme>
    <a:fontScheme name="Nokia 2023">
      <a:majorFont>
        <a:latin typeface="Nokia Pure Headline Light"/>
        <a:ea typeface=""/>
        <a:cs typeface=""/>
      </a:majorFont>
      <a:minorFont>
        <a:latin typeface="Nokia Pure Text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a:noFill/>
        </a:ln>
      </a:spPr>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defPPr algn="l">
          <a:spcAft>
            <a:spcPts val="300"/>
          </a:spcAft>
          <a:buSzPct val="100000"/>
          <a:defRPr sz="1200" dirty="0" smtClean="0">
            <a:solidFill>
              <a:schemeClr val="tx2"/>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ln>
          <a:noFill/>
        </a:ln>
      </a:spPr>
      <a:bodyPr wrap="square" lIns="0" tIns="0" rIns="0" bIns="0" rtlCol="0">
        <a:noAutofit/>
      </a:bodyPr>
      <a:lstStyle>
        <a:defPPr marL="0" marR="0" indent="0" algn="l" defTabSz="180000" rtl="0" eaLnBrk="1" fontAlgn="auto" latinLnBrk="0" hangingPunct="1">
          <a:lnSpc>
            <a:spcPct val="100000"/>
          </a:lnSpc>
          <a:spcBef>
            <a:spcPts val="0"/>
          </a:spcBef>
          <a:spcAft>
            <a:spcPts val="300"/>
          </a:spcAft>
          <a:buClrTx/>
          <a:buSzTx/>
          <a:buFont typeface="+mj-lt"/>
          <a:buNone/>
          <a:tabLst>
            <a:tab pos="180000" algn="l"/>
          </a:tabLst>
          <a:defRPr kumimoji="0" sz="1200" b="0" i="0" u="none" strike="noStrike" kern="1200" cap="none" spc="0" normalizeH="0" baseline="0" noProof="0" dirty="0" smtClean="0">
            <a:ln>
              <a:noFill/>
            </a:ln>
            <a:solidFill>
              <a:schemeClr val="tx2"/>
            </a:solidFill>
            <a:effectLst/>
            <a:uLnTx/>
            <a:uFillTx/>
            <a:latin typeface="Nokia Pure Text Light"/>
            <a:ea typeface="+mn-ea"/>
            <a:cs typeface="+mn-cs"/>
          </a:defRPr>
        </a:defPPr>
      </a:lstStyle>
    </a:txDef>
  </a:objectDefaults>
  <a:extraClrSchemeLst/>
  <a:extLst>
    <a:ext uri="{05A4C25C-085E-4340-85A3-A5531E510DB2}">
      <thm15:themeFamily xmlns:thm15="http://schemas.microsoft.com/office/thememl/2012/main" name="Nokia Bell Labs 2023 - PowerPoint template v1.3.1" id="{A6C85B2C-3FA8-476D-B671-61EC5E2D0C15}" vid="{3F2B3F35-C8D5-429C-9FA6-C3C83EBB2B60}"/>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5103</TotalTime>
  <Words>2147</Words>
  <Application>Microsoft Macintosh PowerPoint</Application>
  <PresentationFormat>宽屏</PresentationFormat>
  <Paragraphs>527</Paragraphs>
  <Slides>25</Slides>
  <Notes>22</Notes>
  <HiddenSlides>0</HiddenSlides>
  <MMClips>0</MMClips>
  <ScaleCrop>false</ScaleCrop>
  <HeadingPairs>
    <vt:vector size="6" baseType="variant">
      <vt:variant>
        <vt:lpstr>已用的字体</vt:lpstr>
      </vt:variant>
      <vt:variant>
        <vt:i4>16</vt:i4>
      </vt:variant>
      <vt:variant>
        <vt:lpstr>主题</vt:lpstr>
      </vt:variant>
      <vt:variant>
        <vt:i4>2</vt:i4>
      </vt:variant>
      <vt:variant>
        <vt:lpstr>幻灯片标题</vt:lpstr>
      </vt:variant>
      <vt:variant>
        <vt:i4>25</vt:i4>
      </vt:variant>
    </vt:vector>
  </HeadingPairs>
  <TitlesOfParts>
    <vt:vector size="43" baseType="lpstr">
      <vt:lpstr>宋体</vt:lpstr>
      <vt:lpstr>Nokia Pure Headline Light</vt:lpstr>
      <vt:lpstr>Nokia Pure Headline Ultra Light</vt:lpstr>
      <vt:lpstr>Nokia Pure Text</vt:lpstr>
      <vt:lpstr>Nokia Pure Text Light</vt:lpstr>
      <vt:lpstr>Times New Roman Regular</vt:lpstr>
      <vt:lpstr>Abel</vt:lpstr>
      <vt:lpstr>Aptos</vt:lpstr>
      <vt:lpstr>Aptos Display</vt:lpstr>
      <vt:lpstr>Arial</vt:lpstr>
      <vt:lpstr>Cambria Math</vt:lpstr>
      <vt:lpstr>Courier New</vt:lpstr>
      <vt:lpstr>Helvetica</vt:lpstr>
      <vt:lpstr>Inter</vt:lpstr>
      <vt:lpstr>Titillium Web SemiBold</vt:lpstr>
      <vt:lpstr>Wingdings</vt:lpstr>
      <vt:lpstr>Office Theme</vt:lpstr>
      <vt:lpstr>1. Master</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Nisanur Camuzcu</dc:creator>
  <cp:lastModifiedBy>Qiaolun Zhang</cp:lastModifiedBy>
  <cp:revision>110</cp:revision>
  <dcterms:created xsi:type="dcterms:W3CDTF">2024-07-05T10:40:24Z</dcterms:created>
  <dcterms:modified xsi:type="dcterms:W3CDTF">2026-08-22T14:15:01Z</dcterms:modified>
</cp:coreProperties>
</file>